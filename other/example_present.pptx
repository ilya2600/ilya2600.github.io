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7559675" cx="13439775"/>
  <p:notesSz cx="6797675" cy="99282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24">
          <p15:clr>
            <a:srgbClr val="A4A3A4"/>
          </p15:clr>
        </p15:guide>
        <p15:guide id="2" pos="3303">
          <p15:clr>
            <a:srgbClr val="A4A3A4"/>
          </p15:clr>
        </p15:guide>
        <p15:guide id="3" orient="horz" pos="4422">
          <p15:clr>
            <a:srgbClr val="A4A3A4"/>
          </p15:clr>
        </p15:guide>
        <p15:guide id="4" pos="4687">
          <p15:clr>
            <a:srgbClr val="A4A3A4"/>
          </p15:clr>
        </p15:guide>
        <p15:guide id="5" pos="2986">
          <p15:clr>
            <a:srgbClr val="A4A3A4"/>
          </p15:clr>
        </p15:guide>
        <p15:guide id="6" orient="horz" pos="2154">
          <p15:clr>
            <a:srgbClr val="A4A3A4"/>
          </p15:clr>
        </p15:guide>
        <p15:guide id="7" orient="horz" pos="18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25BC9E-7E78-4B85-9246-AC26659372B5}">
  <a:tblStyle styleId="{C925BC9E-7E78-4B85-9246-AC26659372B5}" styleName="Table_0">
    <a:wholeTbl>
      <a:tcTxStyle b="off" i="off">
        <a:font>
          <a:latin typeface="TT Norms Regular"/>
          <a:ea typeface="TT Norms Regular"/>
          <a:cs typeface="TT Norms Regular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24" orient="horz"/>
        <p:guide pos="3303"/>
        <p:guide pos="4422" orient="horz"/>
        <p:guide pos="4687"/>
        <p:guide pos="2986"/>
        <p:guide pos="2154" orient="horz"/>
        <p:guide pos="181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450" lIns="48925" spcFirstLastPara="1" rIns="48925" wrap="square" tIns="2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450" lIns="48925" spcFirstLastPara="1" rIns="48925" wrap="square" tIns="2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17b79a151_0_34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617b79a151_0_34:notes"/>
          <p:cNvSpPr txBox="1"/>
          <p:nvPr>
            <p:ph idx="1" type="body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17b79a151_0_1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g3617b79a151_0_1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617b79a151_0_1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17b79a151_0_182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617b79a151_0_182:notes"/>
          <p:cNvSpPr txBox="1"/>
          <p:nvPr>
            <p:ph idx="1" type="body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17b79a151_0_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g3617b79a151_0_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450" lIns="48925" spcFirstLastPara="1" rIns="48925" wrap="square" tIns="2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617b79a151_0_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450" lIns="48925" spcFirstLastPara="1" rIns="48925" wrap="square" tIns="2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617b79a151_0_289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617b79a151_0_289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617b79a151_0_0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617b79a151_0_0:notes"/>
          <p:cNvSpPr txBox="1"/>
          <p:nvPr>
            <p:ph idx="1" type="body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:notes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4:notes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617b79a151_0_70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617b79a151_0_70:notes"/>
          <p:cNvSpPr txBox="1"/>
          <p:nvPr>
            <p:ph idx="1" type="body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450" lIns="48925" spcFirstLastPara="1" rIns="48925" wrap="square" tIns="2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450" lIns="48925" spcFirstLastPara="1" rIns="48925" wrap="square" tIns="2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7:notes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617b79a151_0_1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g3617b79a151_0_1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617b79a151_0_1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17b79a151_0_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7" name="Google Shape;507;g3617b79a151_0_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617b79a151_0_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617b79a151_0_2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g3617b79a151_0_2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617b79a151_0_2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1" name="Google Shape;64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450" lIns="48925" spcFirstLastPara="1" rIns="48925" wrap="square" tIns="2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450" lIns="48925" spcFirstLastPara="1" rIns="48925" wrap="square" tIns="2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2"/>
          <p:cNvCxnSpPr/>
          <p:nvPr/>
        </p:nvCxnSpPr>
        <p:spPr>
          <a:xfrm rot="10800000">
            <a:off x="-1673905" y="6357905"/>
            <a:ext cx="159579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" name="Google Shape;17;p2"/>
          <p:cNvSpPr txBox="1"/>
          <p:nvPr/>
        </p:nvSpPr>
        <p:spPr>
          <a:xfrm>
            <a:off x="2517765" y="-491224"/>
            <a:ext cx="3284045" cy="266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3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ШАБЛОН ЗАГОЛОВОЧНОГО СЛАЙДА</a:t>
            </a:r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-1281524" y="-488377"/>
            <a:ext cx="2027846" cy="266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3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Пустое поле </a:t>
            </a:r>
            <a:endParaRPr/>
          </a:p>
        </p:txBody>
      </p:sp>
      <p:cxnSp>
        <p:nvCxnSpPr>
          <p:cNvPr id="19" name="Google Shape;19;p2"/>
          <p:cNvCxnSpPr/>
          <p:nvPr/>
        </p:nvCxnSpPr>
        <p:spPr>
          <a:xfrm>
            <a:off x="-643126" y="-251203"/>
            <a:ext cx="138944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" name="Google Shape;20;p2"/>
          <p:cNvCxnSpPr/>
          <p:nvPr/>
        </p:nvCxnSpPr>
        <p:spPr>
          <a:xfrm>
            <a:off x="746322" y="-816429"/>
            <a:ext cx="0" cy="81642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2"/>
          <p:cNvCxnSpPr/>
          <p:nvPr/>
        </p:nvCxnSpPr>
        <p:spPr>
          <a:xfrm rot="10800000">
            <a:off x="751453" y="-442211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" name="Google Shape;22;p2"/>
          <p:cNvSpPr txBox="1"/>
          <p:nvPr/>
        </p:nvSpPr>
        <p:spPr>
          <a:xfrm>
            <a:off x="1022206" y="-626877"/>
            <a:ext cx="2027846" cy="440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3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линия выравнивания заголовка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СТРОЧНЫЙ ЗАГОЛОВОК">
  <p:cSld name="1-СТРОЧНЫЙ ЗАГОЛОВОК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504869" y="290289"/>
            <a:ext cx="9574963" cy="539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42"/>
              <a:buFont typeface="Arial"/>
              <a:buNone/>
              <a:defRPr b="0" i="0" sz="75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2611383" y="7219479"/>
            <a:ext cx="313974" cy="12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8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88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88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88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88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88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88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88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88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26" name="Google Shape;26;p3"/>
          <p:cNvCxnSpPr/>
          <p:nvPr/>
        </p:nvCxnSpPr>
        <p:spPr>
          <a:xfrm rot="10800000">
            <a:off x="518833" y="-621102"/>
            <a:ext cx="0" cy="54346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 rot="10800000">
            <a:off x="-1257850" y="755762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 rot="10800000">
            <a:off x="-1257850" y="1366838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 rot="10800000">
            <a:off x="-16115" y="-621102"/>
            <a:ext cx="0" cy="54346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" name="Google Shape;30;p3"/>
          <p:cNvCxnSpPr/>
          <p:nvPr/>
        </p:nvCxnSpPr>
        <p:spPr>
          <a:xfrm>
            <a:off x="-16115" y="-327804"/>
            <a:ext cx="534948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1" name="Google Shape;31;p3"/>
          <p:cNvSpPr txBox="1"/>
          <p:nvPr/>
        </p:nvSpPr>
        <p:spPr>
          <a:xfrm>
            <a:off x="-119279" y="-903323"/>
            <a:ext cx="908865" cy="614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Левое поле (пустое)</a:t>
            </a:r>
            <a:endParaRPr/>
          </a:p>
        </p:txBody>
      </p:sp>
      <p:cxnSp>
        <p:nvCxnSpPr>
          <p:cNvPr id="32" name="Google Shape;32;p3"/>
          <p:cNvCxnSpPr/>
          <p:nvPr/>
        </p:nvCxnSpPr>
        <p:spPr>
          <a:xfrm rot="10800000">
            <a:off x="13432082" y="-621102"/>
            <a:ext cx="0" cy="54346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" name="Google Shape;33;p3"/>
          <p:cNvCxnSpPr/>
          <p:nvPr/>
        </p:nvCxnSpPr>
        <p:spPr>
          <a:xfrm rot="10800000">
            <a:off x="12916356" y="-621102"/>
            <a:ext cx="0" cy="54346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" name="Google Shape;34;p3"/>
          <p:cNvCxnSpPr/>
          <p:nvPr/>
        </p:nvCxnSpPr>
        <p:spPr>
          <a:xfrm>
            <a:off x="12897134" y="-327804"/>
            <a:ext cx="534948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5" name="Google Shape;35;p3"/>
          <p:cNvSpPr txBox="1"/>
          <p:nvPr/>
        </p:nvSpPr>
        <p:spPr>
          <a:xfrm>
            <a:off x="12793969" y="-903323"/>
            <a:ext cx="908865" cy="614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Правое поле (пустое)</a:t>
            </a:r>
            <a:endParaRPr/>
          </a:p>
        </p:txBody>
      </p:sp>
      <p:cxnSp>
        <p:nvCxnSpPr>
          <p:cNvPr id="36" name="Google Shape;36;p3"/>
          <p:cNvCxnSpPr/>
          <p:nvPr/>
        </p:nvCxnSpPr>
        <p:spPr>
          <a:xfrm rot="10800000">
            <a:off x="518834" y="-327804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" name="Google Shape;37;p3"/>
          <p:cNvCxnSpPr/>
          <p:nvPr/>
        </p:nvCxnSpPr>
        <p:spPr>
          <a:xfrm rot="10800000">
            <a:off x="-1257850" y="1366838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38" name="Google Shape;38;p3"/>
          <p:cNvSpPr txBox="1"/>
          <p:nvPr/>
        </p:nvSpPr>
        <p:spPr>
          <a:xfrm>
            <a:off x="-2147126" y="338091"/>
            <a:ext cx="2027846" cy="440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Базовая линия </a:t>
            </a:r>
            <a:br>
              <a:rPr lang="ru-RU" sz="11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1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первой строки заголовка</a:t>
            </a:r>
            <a:endParaRPr/>
          </a:p>
        </p:txBody>
      </p:sp>
      <p:sp>
        <p:nvSpPr>
          <p:cNvPr id="39" name="Google Shape;39;p3"/>
          <p:cNvSpPr txBox="1"/>
          <p:nvPr/>
        </p:nvSpPr>
        <p:spPr>
          <a:xfrm>
            <a:off x="-2147125" y="988770"/>
            <a:ext cx="2027846" cy="440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Базовая линия </a:t>
            </a:r>
            <a:br>
              <a:rPr lang="ru-RU" sz="11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1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второй строки заголовка</a:t>
            </a:r>
            <a:endParaRPr/>
          </a:p>
        </p:txBody>
      </p:sp>
      <p:sp>
        <p:nvSpPr>
          <p:cNvPr id="40" name="Google Shape;40;p3"/>
          <p:cNvSpPr txBox="1"/>
          <p:nvPr/>
        </p:nvSpPr>
        <p:spPr>
          <a:xfrm>
            <a:off x="875743" y="-375808"/>
            <a:ext cx="3284045" cy="266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ШАБЛОН СЛАЙДА 1</a:t>
            </a:r>
            <a:endParaRPr/>
          </a:p>
        </p:txBody>
      </p:sp>
      <p:sp>
        <p:nvSpPr>
          <p:cNvPr id="41" name="Google Shape;41;p3"/>
          <p:cNvSpPr txBox="1"/>
          <p:nvPr/>
        </p:nvSpPr>
        <p:spPr>
          <a:xfrm>
            <a:off x="789586" y="-512470"/>
            <a:ext cx="2027846" cy="440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линия выравнивания заголовка</a:t>
            </a:r>
            <a:endParaRPr/>
          </a:p>
        </p:txBody>
      </p:sp>
      <p:pic>
        <p:nvPicPr>
          <p:cNvPr id="42" name="Google Shape;42;p3"/>
          <p:cNvPicPr preferRelativeResize="0"/>
          <p:nvPr/>
        </p:nvPicPr>
        <p:blipFill rotWithShape="1">
          <a:blip r:embed="rId2">
            <a:alphaModFix/>
          </a:blip>
          <a:srcRect b="8195" l="0" r="89613" t="1"/>
          <a:stretch/>
        </p:blipFill>
        <p:spPr>
          <a:xfrm>
            <a:off x="12636982" y="338091"/>
            <a:ext cx="313974" cy="28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76">
          <p15:clr>
            <a:srgbClr val="FBAE40"/>
          </p15:clr>
        </p15:guide>
        <p15:guide id="2" pos="8139">
          <p15:clr>
            <a:srgbClr val="FBAE40"/>
          </p15:clr>
        </p15:guide>
        <p15:guide id="3" pos="327">
          <p15:clr>
            <a:srgbClr val="FBAE40"/>
          </p15:clr>
        </p15:guide>
        <p15:guide id="4" orient="horz" pos="86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СТРОЧНЫЙ ЗАГОЛОВОК">
  <p:cSld name="2-СТРОЧНЫЙ ЗАГОЛОВОК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type="title"/>
          </p:nvPr>
        </p:nvSpPr>
        <p:spPr>
          <a:xfrm>
            <a:off x="504869" y="289709"/>
            <a:ext cx="9556297" cy="1080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679274" y="317539"/>
            <a:ext cx="246376" cy="1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 txBox="1"/>
          <p:nvPr>
            <p:ph idx="12" type="sldNum"/>
          </p:nvPr>
        </p:nvSpPr>
        <p:spPr>
          <a:xfrm>
            <a:off x="12611383" y="7219479"/>
            <a:ext cx="313974" cy="12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7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7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7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7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7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7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7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7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7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47" name="Google Shape;47;p4"/>
          <p:cNvCxnSpPr/>
          <p:nvPr/>
        </p:nvCxnSpPr>
        <p:spPr>
          <a:xfrm rot="10800000">
            <a:off x="518833" y="-621102"/>
            <a:ext cx="0" cy="54346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" name="Google Shape;48;p4"/>
          <p:cNvCxnSpPr/>
          <p:nvPr/>
        </p:nvCxnSpPr>
        <p:spPr>
          <a:xfrm rot="10800000">
            <a:off x="-1257850" y="755762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" name="Google Shape;49;p4"/>
          <p:cNvCxnSpPr/>
          <p:nvPr/>
        </p:nvCxnSpPr>
        <p:spPr>
          <a:xfrm rot="10800000">
            <a:off x="-1257850" y="1366838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" name="Google Shape;50;p4"/>
          <p:cNvCxnSpPr/>
          <p:nvPr/>
        </p:nvCxnSpPr>
        <p:spPr>
          <a:xfrm rot="10800000">
            <a:off x="-16115" y="-621102"/>
            <a:ext cx="0" cy="54346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" name="Google Shape;51;p4"/>
          <p:cNvCxnSpPr/>
          <p:nvPr/>
        </p:nvCxnSpPr>
        <p:spPr>
          <a:xfrm rot="10800000">
            <a:off x="518833" y="-621102"/>
            <a:ext cx="0" cy="54346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" name="Google Shape;52;p4"/>
          <p:cNvCxnSpPr/>
          <p:nvPr/>
        </p:nvCxnSpPr>
        <p:spPr>
          <a:xfrm rot="10800000">
            <a:off x="-16115" y="-621102"/>
            <a:ext cx="0" cy="54346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" name="Google Shape;53;p4"/>
          <p:cNvCxnSpPr/>
          <p:nvPr/>
        </p:nvCxnSpPr>
        <p:spPr>
          <a:xfrm>
            <a:off x="-16115" y="-327804"/>
            <a:ext cx="534948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54" name="Google Shape;54;p4"/>
          <p:cNvSpPr txBox="1"/>
          <p:nvPr/>
        </p:nvSpPr>
        <p:spPr>
          <a:xfrm>
            <a:off x="-119279" y="-903323"/>
            <a:ext cx="9088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Левое поле (пустое)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4"/>
          <p:cNvCxnSpPr/>
          <p:nvPr/>
        </p:nvCxnSpPr>
        <p:spPr>
          <a:xfrm rot="10800000">
            <a:off x="13432082" y="-621102"/>
            <a:ext cx="0" cy="54346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" name="Google Shape;56;p4"/>
          <p:cNvCxnSpPr/>
          <p:nvPr/>
        </p:nvCxnSpPr>
        <p:spPr>
          <a:xfrm rot="10800000">
            <a:off x="12916356" y="-621102"/>
            <a:ext cx="0" cy="54346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" name="Google Shape;57;p4"/>
          <p:cNvCxnSpPr/>
          <p:nvPr/>
        </p:nvCxnSpPr>
        <p:spPr>
          <a:xfrm>
            <a:off x="12897134" y="-327804"/>
            <a:ext cx="534948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58" name="Google Shape;58;p4"/>
          <p:cNvSpPr txBox="1"/>
          <p:nvPr/>
        </p:nvSpPr>
        <p:spPr>
          <a:xfrm>
            <a:off x="12793969" y="-903323"/>
            <a:ext cx="9088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Правое поле (пустое)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-2147126" y="338090"/>
            <a:ext cx="20278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Базовая линия </a:t>
            </a:r>
            <a:br>
              <a:rPr lang="ru-RU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первой строки заголовка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-2147125" y="988769"/>
            <a:ext cx="20278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Базовая линия </a:t>
            </a:r>
            <a:br>
              <a:rPr lang="ru-RU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второй строки заголовка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875743" y="-375808"/>
            <a:ext cx="328404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ШАБЛОН СЛАЙДА 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4"/>
          <p:cNvCxnSpPr/>
          <p:nvPr/>
        </p:nvCxnSpPr>
        <p:spPr>
          <a:xfrm rot="10800000">
            <a:off x="518834" y="-327804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" name="Google Shape;63;p4"/>
          <p:cNvSpPr txBox="1"/>
          <p:nvPr/>
        </p:nvSpPr>
        <p:spPr>
          <a:xfrm>
            <a:off x="789586" y="-512470"/>
            <a:ext cx="202784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линия выравнивания заголовка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861">
          <p15:clr>
            <a:srgbClr val="FBAE40"/>
          </p15:clr>
        </p15:guide>
        <p15:guide id="2" pos="260">
          <p15:clr>
            <a:srgbClr val="FBAE40"/>
          </p15:clr>
        </p15:guide>
        <p15:guide id="3" pos="6475">
          <p15:clr>
            <a:srgbClr val="FBAE40"/>
          </p15:clr>
        </p15:guide>
        <p15:guide id="4" orient="horz" pos="47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>
            <p:ph type="ctrTitle"/>
          </p:nvPr>
        </p:nvSpPr>
        <p:spPr>
          <a:xfrm>
            <a:off x="1679972" y="1237197"/>
            <a:ext cx="10079831" cy="2631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14"/>
              <a:buFont typeface="Arial"/>
              <a:buNone/>
              <a:defRPr sz="661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1" type="subTitle"/>
          </p:nvPr>
        </p:nvSpPr>
        <p:spPr>
          <a:xfrm>
            <a:off x="1679972" y="3970580"/>
            <a:ext cx="10079831" cy="1825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1pPr>
            <a:lvl2pPr lvl="1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2pPr>
            <a:lvl3pPr lvl="2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lvl="3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4pPr>
            <a:lvl5pPr lvl="4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5pPr>
            <a:lvl6pPr lvl="5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6pPr>
            <a:lvl7pPr lvl="6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7pPr>
            <a:lvl8pPr lvl="7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8pPr>
            <a:lvl9pPr lvl="8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9pPr>
          </a:lstStyle>
          <a:p/>
        </p:txBody>
      </p:sp>
      <p:sp>
        <p:nvSpPr>
          <p:cNvPr id="67" name="Google Shape;67;p5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>
            <p:ph type="title"/>
          </p:nvPr>
        </p:nvSpPr>
        <p:spPr>
          <a:xfrm>
            <a:off x="916985" y="1884670"/>
            <a:ext cx="11591806" cy="31446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14"/>
              <a:buFont typeface="Arial"/>
              <a:buNone/>
              <a:defRPr sz="661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idx="1" type="body"/>
          </p:nvPr>
        </p:nvSpPr>
        <p:spPr>
          <a:xfrm>
            <a:off x="916985" y="5059034"/>
            <a:ext cx="11591806" cy="1653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2205"/>
              <a:buNone/>
              <a:defRPr sz="220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984"/>
              <a:buNone/>
              <a:defRPr sz="1984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764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764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76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76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76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76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"/>
          <p:cNvSpPr txBox="1"/>
          <p:nvPr>
            <p:ph idx="1" type="body"/>
          </p:nvPr>
        </p:nvSpPr>
        <p:spPr>
          <a:xfrm>
            <a:off x="923985" y="2012414"/>
            <a:ext cx="5711904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idx="2" type="body"/>
          </p:nvPr>
        </p:nvSpPr>
        <p:spPr>
          <a:xfrm>
            <a:off x="6803886" y="2012414"/>
            <a:ext cx="5711904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>
            <p:ph type="title"/>
          </p:nvPr>
        </p:nvSpPr>
        <p:spPr>
          <a:xfrm>
            <a:off x="92573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1" type="body"/>
          </p:nvPr>
        </p:nvSpPr>
        <p:spPr>
          <a:xfrm>
            <a:off x="925736" y="1853171"/>
            <a:ext cx="5685654" cy="9082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b="1" sz="1984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9pPr>
          </a:lstStyle>
          <a:p/>
        </p:txBody>
      </p:sp>
      <p:sp>
        <p:nvSpPr>
          <p:cNvPr id="92" name="Google Shape;92;p9"/>
          <p:cNvSpPr txBox="1"/>
          <p:nvPr>
            <p:ph idx="2" type="body"/>
          </p:nvPr>
        </p:nvSpPr>
        <p:spPr>
          <a:xfrm>
            <a:off x="925736" y="2761381"/>
            <a:ext cx="5685654" cy="4061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3" type="body"/>
          </p:nvPr>
        </p:nvSpPr>
        <p:spPr>
          <a:xfrm>
            <a:off x="6803886" y="1853171"/>
            <a:ext cx="5713655" cy="9082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b="1" sz="1984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9pPr>
          </a:lstStyle>
          <a:p/>
        </p:txBody>
      </p:sp>
      <p:sp>
        <p:nvSpPr>
          <p:cNvPr id="94" name="Google Shape;94;p9"/>
          <p:cNvSpPr txBox="1"/>
          <p:nvPr>
            <p:ph idx="4" type="body"/>
          </p:nvPr>
        </p:nvSpPr>
        <p:spPr>
          <a:xfrm>
            <a:off x="6803886" y="2761381"/>
            <a:ext cx="5713655" cy="4061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0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1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 txBox="1"/>
          <p:nvPr>
            <p:ph type="title"/>
          </p:nvPr>
        </p:nvSpPr>
        <p:spPr>
          <a:xfrm>
            <a:off x="925736" y="503978"/>
            <a:ext cx="4334677" cy="1763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7"/>
              <a:buFont typeface="Arial"/>
              <a:buNone/>
              <a:defRPr sz="352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" type="body"/>
          </p:nvPr>
        </p:nvSpPr>
        <p:spPr>
          <a:xfrm>
            <a:off x="5713655" y="1088454"/>
            <a:ext cx="6803886" cy="5372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2564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527"/>
              <a:buChar char="•"/>
              <a:defRPr sz="3527"/>
            </a:lvl1pPr>
            <a:lvl2pPr indent="-424561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3086"/>
              <a:buChar char="•"/>
              <a:defRPr sz="3086"/>
            </a:lvl2pPr>
            <a:lvl3pPr indent="-39662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Char char="•"/>
              <a:defRPr sz="2646"/>
            </a:lvl3pPr>
            <a:lvl4pPr indent="-368617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4pPr>
            <a:lvl5pPr indent="-368617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5pPr>
            <a:lvl6pPr indent="-368617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6pPr>
            <a:lvl7pPr indent="-368617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7pPr>
            <a:lvl8pPr indent="-368617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8pPr>
            <a:lvl9pPr indent="-368617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9pPr>
          </a:lstStyle>
          <a:p/>
        </p:txBody>
      </p:sp>
      <p:sp>
        <p:nvSpPr>
          <p:cNvPr id="110" name="Google Shape;110;p12"/>
          <p:cNvSpPr txBox="1"/>
          <p:nvPr>
            <p:ph idx="2" type="body"/>
          </p:nvPr>
        </p:nvSpPr>
        <p:spPr>
          <a:xfrm>
            <a:off x="925736" y="2267902"/>
            <a:ext cx="4334677" cy="420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111" name="Google Shape;111;p12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type="title"/>
          </p:nvPr>
        </p:nvSpPr>
        <p:spPr>
          <a:xfrm>
            <a:off x="925736" y="503978"/>
            <a:ext cx="4334677" cy="1763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7"/>
              <a:buFont typeface="Arial"/>
              <a:buNone/>
              <a:defRPr sz="352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/>
          <p:nvPr>
            <p:ph idx="2" type="pic"/>
          </p:nvPr>
        </p:nvSpPr>
        <p:spPr>
          <a:xfrm>
            <a:off x="5713655" y="1088454"/>
            <a:ext cx="6803886" cy="5372269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3"/>
          <p:cNvSpPr txBox="1"/>
          <p:nvPr>
            <p:ph idx="1" type="body"/>
          </p:nvPr>
        </p:nvSpPr>
        <p:spPr>
          <a:xfrm>
            <a:off x="925736" y="2267902"/>
            <a:ext cx="4334677" cy="420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118" name="Google Shape;118;p13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 txBox="1"/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" type="body"/>
          </p:nvPr>
        </p:nvSpPr>
        <p:spPr>
          <a:xfrm rot="5400000">
            <a:off x="4321616" y="-1385217"/>
            <a:ext cx="4796544" cy="11591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4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4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title"/>
          </p:nvPr>
        </p:nvSpPr>
        <p:spPr>
          <a:xfrm rot="5400000">
            <a:off x="7863577" y="2156745"/>
            <a:ext cx="6406475" cy="289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" type="body"/>
          </p:nvPr>
        </p:nvSpPr>
        <p:spPr>
          <a:xfrm rot="5400000">
            <a:off x="1983676" y="-657208"/>
            <a:ext cx="6406475" cy="8525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50"/>
              <a:buFont typeface="Arial"/>
              <a:buNone/>
              <a:defRPr b="0" i="0" sz="4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4561" lvl="0" marL="457200" marR="0" rtl="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086"/>
              <a:buFont typeface="Arial"/>
              <a:buChar char="•"/>
              <a:defRPr b="0" i="0" sz="308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6621" lvl="1" marL="9144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b="0" i="0" sz="264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617" lvl="2" marL="13716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b="0" i="0" sz="22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4583" lvl="3" marL="18288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4583" lvl="4" marL="22860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4583" lvl="5" marL="27432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4583" lvl="6" marL="32004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4584" lvl="7" marL="36576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4584" lvl="8" marL="41148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2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2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 rot="10800000">
            <a:off x="-1257850" y="755762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" name="Google Shape;12;p1"/>
          <p:cNvCxnSpPr/>
          <p:nvPr/>
        </p:nvCxnSpPr>
        <p:spPr>
          <a:xfrm rot="10800000">
            <a:off x="-1257850" y="1366838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" name="Google Shape;13;p1"/>
          <p:cNvCxnSpPr/>
          <p:nvPr/>
        </p:nvCxnSpPr>
        <p:spPr>
          <a:xfrm rot="10800000">
            <a:off x="-1257850" y="755762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 rot="10800000">
            <a:off x="-1257850" y="1366838"/>
            <a:ext cx="1138571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76">
          <p15:clr>
            <a:srgbClr val="F26B43"/>
          </p15:clr>
        </p15:guide>
        <p15:guide id="2" orient="horz" pos="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10.jpg"/><Relationship Id="rId5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98" y="477896"/>
            <a:ext cx="3699279" cy="3846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16"/>
          <p:cNvCxnSpPr/>
          <p:nvPr/>
        </p:nvCxnSpPr>
        <p:spPr>
          <a:xfrm>
            <a:off x="744193" y="6170068"/>
            <a:ext cx="12695582" cy="0"/>
          </a:xfrm>
          <a:prstGeom prst="straightConnector1">
            <a:avLst/>
          </a:prstGeom>
          <a:noFill/>
          <a:ln cap="flat" cmpd="sng" w="28575">
            <a:solidFill>
              <a:srgbClr val="FF004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p16"/>
          <p:cNvSpPr/>
          <p:nvPr/>
        </p:nvSpPr>
        <p:spPr>
          <a:xfrm>
            <a:off x="1321770" y="6409225"/>
            <a:ext cx="94359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Обучающийся: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Руководитель: </a:t>
            </a:r>
            <a:r>
              <a:rPr lang="ru-RU" sz="2500">
                <a:solidFill>
                  <a:schemeClr val="dk1"/>
                </a:solidFill>
              </a:rPr>
              <a:t>Ерофеев Илья Александрович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494" y="6525258"/>
            <a:ext cx="363457" cy="36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/>
          <p:nvPr/>
        </p:nvSpPr>
        <p:spPr>
          <a:xfrm>
            <a:off x="10235821" y="0"/>
            <a:ext cx="3203954" cy="6170068"/>
          </a:xfrm>
          <a:custGeom>
            <a:rect b="b" l="l" r="r" t="t"/>
            <a:pathLst>
              <a:path extrusionOk="0" h="3034" w="1549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noFill/>
          <a:ln cap="flat" cmpd="sng" w="9525">
            <a:solidFill>
              <a:srgbClr val="FF0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31505" y="1117350"/>
            <a:ext cx="12136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Направление: </a:t>
            </a:r>
            <a:r>
              <a:rPr lang="ru-RU" sz="1800">
                <a:solidFill>
                  <a:schemeClr val="dk1"/>
                </a:solidFill>
              </a:rPr>
              <a:t>Информационные системы и технологии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Профиль: </a:t>
            </a:r>
            <a:r>
              <a:rPr lang="ru-RU" sz="1800">
                <a:solidFill>
                  <a:schemeClr val="dk1"/>
                </a:solidFill>
              </a:rPr>
              <a:t>Разработка, сопровождение и обеспечение безопасности информационных систем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31500" y="1943100"/>
            <a:ext cx="12484500" cy="42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7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Выпускная квалификационная работа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5400" u="none" cap="none" strike="noStrike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на тему</a:t>
            </a:r>
            <a:r>
              <a:rPr lang="ru-RU"/>
              <a:t> </a:t>
            </a:r>
            <a:r>
              <a:rPr lang="ru-RU" sz="5400">
                <a:solidFill>
                  <a:srgbClr val="FF0040"/>
                </a:solidFill>
              </a:rPr>
              <a:t>«Автоматизация процессов ИТ-поддержки на предприятии ООО "МАРС ТЕХ"»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/>
        </p:nvSpPr>
        <p:spPr>
          <a:xfrm>
            <a:off x="412750" y="193625"/>
            <a:ext cx="108888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ru-RU" sz="6000"/>
              <a:t>Актуальность</a:t>
            </a:r>
            <a:b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6000">
                <a:solidFill>
                  <a:srgbClr val="FF0040"/>
                </a:solidFill>
              </a:rPr>
              <a:t>темы</a:t>
            </a:r>
            <a:endParaRPr b="0" i="0" sz="60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12917099" y="7237363"/>
            <a:ext cx="313974" cy="12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51" name="Google Shape;151;p17"/>
          <p:cNvCxnSpPr/>
          <p:nvPr/>
        </p:nvCxnSpPr>
        <p:spPr>
          <a:xfrm rot="10800000">
            <a:off x="3314700" y="1366838"/>
            <a:ext cx="12991458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2" name="Google Shape;152;p17"/>
          <p:cNvPicPr preferRelativeResize="0"/>
          <p:nvPr/>
        </p:nvPicPr>
        <p:blipFill rotWithShape="1">
          <a:blip r:embed="rId3">
            <a:alphaModFix/>
          </a:blip>
          <a:srcRect b="34618" l="-1" r="28823" t="0"/>
          <a:stretch/>
        </p:blipFill>
        <p:spPr>
          <a:xfrm>
            <a:off x="927412" y="2047437"/>
            <a:ext cx="3560400" cy="2588100"/>
          </a:xfrm>
          <a:prstGeom prst="round2SameRect">
            <a:avLst>
              <a:gd fmla="val 8303" name="adj1"/>
              <a:gd fmla="val 0" name="adj2"/>
            </a:avLst>
          </a:prstGeom>
          <a:solidFill>
            <a:srgbClr val="ECECEC"/>
          </a:solidFill>
          <a:ln>
            <a:noFill/>
          </a:ln>
        </p:spPr>
      </p:pic>
      <p:sp>
        <p:nvSpPr>
          <p:cNvPr id="153" name="Google Shape;153;p17"/>
          <p:cNvSpPr/>
          <p:nvPr/>
        </p:nvSpPr>
        <p:spPr>
          <a:xfrm>
            <a:off x="927412" y="2053523"/>
            <a:ext cx="3560400" cy="4223700"/>
          </a:xfrm>
          <a:prstGeom prst="roundRect">
            <a:avLst>
              <a:gd fmla="val 4809" name="adj"/>
            </a:avLst>
          </a:prstGeom>
          <a:noFill/>
          <a:ln cap="flat" cmpd="sng" w="12700">
            <a:solidFill>
              <a:srgbClr val="FF2D6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1122619" y="4853429"/>
            <a:ext cx="30102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Стабильность работы от эффективной ИТ-поддержки.</a:t>
            </a:r>
            <a:endParaRPr sz="20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4619" l="0" r="28821" t="0"/>
          <a:stretch/>
        </p:blipFill>
        <p:spPr>
          <a:xfrm>
            <a:off x="4939699" y="2050475"/>
            <a:ext cx="3560400" cy="2588100"/>
          </a:xfrm>
          <a:prstGeom prst="round2SameRect">
            <a:avLst>
              <a:gd fmla="val 8303" name="adj1"/>
              <a:gd fmla="val 0" name="adj2"/>
            </a:avLst>
          </a:prstGeom>
          <a:solidFill>
            <a:srgbClr val="ECECEC"/>
          </a:solidFill>
          <a:ln>
            <a:noFill/>
          </a:ln>
        </p:spPr>
      </p:pic>
      <p:sp>
        <p:nvSpPr>
          <p:cNvPr id="156" name="Google Shape;156;p17"/>
          <p:cNvSpPr/>
          <p:nvPr/>
        </p:nvSpPr>
        <p:spPr>
          <a:xfrm>
            <a:off x="4939699" y="2056561"/>
            <a:ext cx="3560400" cy="4223700"/>
          </a:xfrm>
          <a:prstGeom prst="roundRect">
            <a:avLst>
              <a:gd fmla="val 4809" name="adj"/>
            </a:avLst>
          </a:prstGeom>
          <a:noFill/>
          <a:ln cap="flat" cmpd="sng" w="12700">
            <a:solidFill>
              <a:srgbClr val="FF2D6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9306981" y="4853417"/>
            <a:ext cx="30102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Ручная обработка вопросов на предприятии приводит к потерям.</a:t>
            </a:r>
            <a:endParaRPr sz="20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3">
            <a:alphaModFix/>
          </a:blip>
          <a:srcRect b="34619" l="0" r="28821" t="0"/>
          <a:stretch/>
        </p:blipFill>
        <p:spPr>
          <a:xfrm>
            <a:off x="8951974" y="2053525"/>
            <a:ext cx="3560400" cy="2588100"/>
          </a:xfrm>
          <a:prstGeom prst="round2SameRect">
            <a:avLst>
              <a:gd fmla="val 8303" name="adj1"/>
              <a:gd fmla="val 0" name="adj2"/>
            </a:avLst>
          </a:prstGeom>
          <a:solidFill>
            <a:srgbClr val="ECECEC"/>
          </a:solidFill>
          <a:ln>
            <a:noFill/>
          </a:ln>
        </p:spPr>
      </p:pic>
      <p:sp>
        <p:nvSpPr>
          <p:cNvPr id="159" name="Google Shape;159;p17"/>
          <p:cNvSpPr/>
          <p:nvPr/>
        </p:nvSpPr>
        <p:spPr>
          <a:xfrm>
            <a:off x="8951974" y="2059611"/>
            <a:ext cx="3560400" cy="4223700"/>
          </a:xfrm>
          <a:prstGeom prst="roundRect">
            <a:avLst>
              <a:gd fmla="val 4809" name="adj"/>
            </a:avLst>
          </a:prstGeom>
          <a:noFill/>
          <a:ln cap="flat" cmpd="sng" w="12700">
            <a:solidFill>
              <a:srgbClr val="FF2D6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5214794" y="4853417"/>
            <a:ext cx="30102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Без автоматизации любые проблемы решаются долго</a:t>
            </a:r>
            <a:endParaRPr sz="20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817875" y="6774700"/>
            <a:ext cx="109899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ООО «МАРС ТЕХ» сталкивается с подобной проблемой.</a:t>
            </a:r>
            <a:endParaRPr sz="20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85379" r="0" t="0"/>
          <a:stretch/>
        </p:blipFill>
        <p:spPr>
          <a:xfrm>
            <a:off x="11338505" y="1436930"/>
            <a:ext cx="2101272" cy="6122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>
            <p:ph idx="12" type="sldNum"/>
          </p:nvPr>
        </p:nvSpPr>
        <p:spPr>
          <a:xfrm>
            <a:off x="12917099" y="7237363"/>
            <a:ext cx="314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168" name="Google Shape;168;p18"/>
          <p:cNvGrpSpPr/>
          <p:nvPr/>
        </p:nvGrpSpPr>
        <p:grpSpPr>
          <a:xfrm>
            <a:off x="4168048" y="2689169"/>
            <a:ext cx="5103680" cy="845329"/>
            <a:chOff x="-5743318" y="1503516"/>
            <a:chExt cx="5625750" cy="931800"/>
          </a:xfrm>
        </p:grpSpPr>
        <p:grpSp>
          <p:nvGrpSpPr>
            <p:cNvPr id="169" name="Google Shape;169;p18"/>
            <p:cNvGrpSpPr/>
            <p:nvPr/>
          </p:nvGrpSpPr>
          <p:grpSpPr>
            <a:xfrm>
              <a:off x="-5743318" y="1503516"/>
              <a:ext cx="5625750" cy="931800"/>
              <a:chOff x="413508" y="2847975"/>
              <a:chExt cx="5841900" cy="931800"/>
            </a:xfrm>
          </p:grpSpPr>
          <p:sp>
            <p:nvSpPr>
              <p:cNvPr id="170" name="Google Shape;170;p18"/>
              <p:cNvSpPr/>
              <p:nvPr/>
            </p:nvSpPr>
            <p:spPr>
              <a:xfrm>
                <a:off x="413508" y="2847975"/>
                <a:ext cx="5841900" cy="931800"/>
              </a:xfrm>
              <a:prstGeom prst="roundRect">
                <a:avLst>
                  <a:gd fmla="val 1256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8"/>
              <p:cNvSpPr txBox="1"/>
              <p:nvPr/>
            </p:nvSpPr>
            <p:spPr>
              <a:xfrm>
                <a:off x="1161177" y="3147971"/>
                <a:ext cx="49884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>
                    <a:solidFill>
                      <a:schemeClr val="dk1"/>
                    </a:solidFill>
                  </a:rPr>
                  <a:t>Проанализировать бизнес-процессы.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2" name="Google Shape;172;p18"/>
            <p:cNvSpPr txBox="1"/>
            <p:nvPr/>
          </p:nvSpPr>
          <p:spPr>
            <a:xfrm>
              <a:off x="-5504772" y="1600071"/>
              <a:ext cx="288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355">
                  <a:solidFill>
                    <a:srgbClr val="FF004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4168047" y="3708554"/>
            <a:ext cx="5103680" cy="845329"/>
            <a:chOff x="-5743317" y="1503516"/>
            <a:chExt cx="5625750" cy="931800"/>
          </a:xfrm>
        </p:grpSpPr>
        <p:grpSp>
          <p:nvGrpSpPr>
            <p:cNvPr id="174" name="Google Shape;174;p18"/>
            <p:cNvGrpSpPr/>
            <p:nvPr/>
          </p:nvGrpSpPr>
          <p:grpSpPr>
            <a:xfrm>
              <a:off x="-5743317" y="1503516"/>
              <a:ext cx="5625750" cy="931800"/>
              <a:chOff x="413509" y="2847975"/>
              <a:chExt cx="5841900" cy="931800"/>
            </a:xfrm>
          </p:grpSpPr>
          <p:sp>
            <p:nvSpPr>
              <p:cNvPr id="175" name="Google Shape;175;p18"/>
              <p:cNvSpPr/>
              <p:nvPr/>
            </p:nvSpPr>
            <p:spPr>
              <a:xfrm>
                <a:off x="413509" y="2847975"/>
                <a:ext cx="5841900" cy="931800"/>
              </a:xfrm>
              <a:prstGeom prst="roundRect">
                <a:avLst>
                  <a:gd fmla="val 1256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8"/>
              <p:cNvSpPr txBox="1"/>
              <p:nvPr/>
            </p:nvSpPr>
            <p:spPr>
              <a:xfrm>
                <a:off x="1169711" y="3178200"/>
                <a:ext cx="38691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>
                    <a:solidFill>
                      <a:schemeClr val="dk1"/>
                    </a:solidFill>
                  </a:rPr>
                  <a:t>Изучить стратегии и решения.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7" name="Google Shape;177;p18"/>
            <p:cNvSpPr txBox="1"/>
            <p:nvPr/>
          </p:nvSpPr>
          <p:spPr>
            <a:xfrm>
              <a:off x="-5504772" y="1600071"/>
              <a:ext cx="288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355">
                  <a:solidFill>
                    <a:srgbClr val="FF004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4168047" y="4727939"/>
            <a:ext cx="5103680" cy="845329"/>
            <a:chOff x="-5743318" y="1503516"/>
            <a:chExt cx="5625750" cy="931800"/>
          </a:xfrm>
        </p:grpSpPr>
        <p:grpSp>
          <p:nvGrpSpPr>
            <p:cNvPr id="179" name="Google Shape;179;p18"/>
            <p:cNvGrpSpPr/>
            <p:nvPr/>
          </p:nvGrpSpPr>
          <p:grpSpPr>
            <a:xfrm>
              <a:off x="-5743318" y="1503516"/>
              <a:ext cx="5625750" cy="931800"/>
              <a:chOff x="413508" y="2847975"/>
              <a:chExt cx="5841900" cy="931800"/>
            </a:xfrm>
          </p:grpSpPr>
          <p:sp>
            <p:nvSpPr>
              <p:cNvPr id="180" name="Google Shape;180;p18"/>
              <p:cNvSpPr/>
              <p:nvPr/>
            </p:nvSpPr>
            <p:spPr>
              <a:xfrm>
                <a:off x="413508" y="2847975"/>
                <a:ext cx="5841900" cy="931800"/>
              </a:xfrm>
              <a:prstGeom prst="roundRect">
                <a:avLst>
                  <a:gd fmla="val 1256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8"/>
              <p:cNvSpPr txBox="1"/>
              <p:nvPr/>
            </p:nvSpPr>
            <p:spPr>
              <a:xfrm>
                <a:off x="1169710" y="3178199"/>
                <a:ext cx="48471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>
                    <a:solidFill>
                      <a:schemeClr val="dk1"/>
                    </a:solidFill>
                  </a:rPr>
                  <a:t>Разработать проект.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2" name="Google Shape;182;p18"/>
            <p:cNvSpPr txBox="1"/>
            <p:nvPr/>
          </p:nvSpPr>
          <p:spPr>
            <a:xfrm>
              <a:off x="-5504772" y="1600071"/>
              <a:ext cx="288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355">
                  <a:solidFill>
                    <a:srgbClr val="FF004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83" name="Google Shape;183;p18"/>
          <p:cNvGrpSpPr/>
          <p:nvPr/>
        </p:nvGrpSpPr>
        <p:grpSpPr>
          <a:xfrm>
            <a:off x="4160708" y="5747344"/>
            <a:ext cx="5118357" cy="845329"/>
            <a:chOff x="-5743317" y="1503516"/>
            <a:chExt cx="5641928" cy="931800"/>
          </a:xfrm>
        </p:grpSpPr>
        <p:grpSp>
          <p:nvGrpSpPr>
            <p:cNvPr id="184" name="Google Shape;184;p18"/>
            <p:cNvGrpSpPr/>
            <p:nvPr/>
          </p:nvGrpSpPr>
          <p:grpSpPr>
            <a:xfrm>
              <a:off x="-5743317" y="1503516"/>
              <a:ext cx="5641928" cy="931800"/>
              <a:chOff x="413509" y="2847975"/>
              <a:chExt cx="5858700" cy="931800"/>
            </a:xfrm>
          </p:grpSpPr>
          <p:sp>
            <p:nvSpPr>
              <p:cNvPr id="185" name="Google Shape;185;p18"/>
              <p:cNvSpPr/>
              <p:nvPr/>
            </p:nvSpPr>
            <p:spPr>
              <a:xfrm>
                <a:off x="413509" y="2847975"/>
                <a:ext cx="5858700" cy="931800"/>
              </a:xfrm>
              <a:prstGeom prst="roundRect">
                <a:avLst>
                  <a:gd fmla="val 1256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8"/>
              <p:cNvSpPr txBox="1"/>
              <p:nvPr/>
            </p:nvSpPr>
            <p:spPr>
              <a:xfrm>
                <a:off x="1178231" y="3171665"/>
                <a:ext cx="48471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>
                    <a:solidFill>
                      <a:schemeClr val="dk1"/>
                    </a:solidFill>
                  </a:rPr>
                  <a:t>Оценить экономическую эффективность.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7" name="Google Shape;187;p18"/>
            <p:cNvSpPr txBox="1"/>
            <p:nvPr/>
          </p:nvSpPr>
          <p:spPr>
            <a:xfrm>
              <a:off x="-5504772" y="1600071"/>
              <a:ext cx="288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355">
                  <a:solidFill>
                    <a:srgbClr val="FF004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88" name="Google Shape;188;p18"/>
          <p:cNvSpPr txBox="1"/>
          <p:nvPr/>
        </p:nvSpPr>
        <p:spPr>
          <a:xfrm>
            <a:off x="496245" y="1689725"/>
            <a:ext cx="1081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Цель</a:t>
            </a:r>
            <a:r>
              <a:rPr lang="ru-RU" sz="2000">
                <a:solidFill>
                  <a:schemeClr val="dk1"/>
                </a:solidFill>
              </a:rPr>
              <a:t> — автоматизировать процесс обработки внутренних ИТ-заявок в ООО «МАРС ТЕХ».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412750" y="78975"/>
            <a:ext cx="10964400" cy="15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ru-RU" sz="6000"/>
              <a:t>Цель</a:t>
            </a:r>
            <a: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6000">
                <a:solidFill>
                  <a:srgbClr val="FF0040"/>
                </a:solidFill>
              </a:rPr>
              <a:t>и </a:t>
            </a:r>
            <a:r>
              <a:rPr lang="ru-RU" sz="6000">
                <a:solidFill>
                  <a:srgbClr val="FF0040"/>
                </a:solidFill>
              </a:rPr>
              <a:t>задачи исследования</a:t>
            </a:r>
            <a:endParaRPr b="0" i="0" sz="60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18"/>
          <p:cNvCxnSpPr/>
          <p:nvPr/>
        </p:nvCxnSpPr>
        <p:spPr>
          <a:xfrm rot="10800000">
            <a:off x="3314658" y="1366838"/>
            <a:ext cx="1299150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idx="12" type="sldNum"/>
          </p:nvPr>
        </p:nvSpPr>
        <p:spPr>
          <a:xfrm>
            <a:off x="12917099" y="7237363"/>
            <a:ext cx="313974" cy="12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/>
          </a:blip>
          <a:srcRect b="-140" l="22665" r="22011" t="-197"/>
          <a:stretch/>
        </p:blipFill>
        <p:spPr>
          <a:xfrm>
            <a:off x="563989" y="1950221"/>
            <a:ext cx="5112912" cy="5076823"/>
          </a:xfrm>
          <a:prstGeom prst="roundRect">
            <a:avLst>
              <a:gd fmla="val 3649" name="adj"/>
            </a:avLst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6153275" y="3158550"/>
            <a:ext cx="6866400" cy="3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FF0040"/>
              </a:buClr>
              <a:buSzPts val="2000"/>
              <a:buFont typeface="Arial"/>
              <a:buChar char="●"/>
            </a:pPr>
            <a:r>
              <a:rPr lang="ru-RU" sz="2000">
                <a:solidFill>
                  <a:schemeClr val="dk1"/>
                </a:solidFill>
              </a:rPr>
              <a:t>Небольшая команда</a:t>
            </a:r>
            <a:endParaRPr sz="2000">
              <a:solidFill>
                <a:schemeClr val="dk1"/>
              </a:solidFill>
            </a:endParaRPr>
          </a:p>
          <a:p>
            <a:pPr indent="-355600" lvl="0" marL="3429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FF0040"/>
              </a:buClr>
              <a:buSzPts val="2000"/>
              <a:buFont typeface="Arial"/>
              <a:buChar char="●"/>
            </a:pPr>
            <a:r>
              <a:rPr lang="ru-RU" sz="2000">
                <a:solidFill>
                  <a:schemeClr val="dk1"/>
                </a:solidFill>
              </a:rPr>
              <a:t>Компания занимается разработкой ПО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FF0040"/>
              </a:buClr>
              <a:buSzPts val="2000"/>
              <a:buFont typeface="Arial"/>
              <a:buChar char="●"/>
            </a:pPr>
            <a:r>
              <a:rPr lang="ru-RU" sz="2000">
                <a:solidFill>
                  <a:schemeClr val="dk1"/>
                </a:solidFill>
              </a:rPr>
              <a:t>Есть внутренняя ИТ-поддержка</a:t>
            </a:r>
            <a:endParaRPr sz="2000">
              <a:solidFill>
                <a:schemeClr val="dk1"/>
              </a:solidFill>
            </a:endParaRPr>
          </a:p>
          <a:p>
            <a:pPr indent="-355600" lvl="0" marL="3429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FF0040"/>
              </a:buClr>
              <a:buSzPts val="2000"/>
              <a:buFont typeface="Arial"/>
              <a:buChar char="●"/>
            </a:pPr>
            <a:r>
              <a:rPr lang="ru-RU" sz="2000">
                <a:solidFill>
                  <a:schemeClr val="dk1"/>
                </a:solidFill>
              </a:rPr>
              <a:t>Заявки подаются через </a:t>
            </a:r>
            <a:r>
              <a:rPr lang="ru-RU" sz="2000">
                <a:solidFill>
                  <a:schemeClr val="dk1"/>
                </a:solidFill>
              </a:rPr>
              <a:t>неформальные каналы связи</a:t>
            </a:r>
            <a:endParaRPr sz="2000">
              <a:solidFill>
                <a:schemeClr val="dk1"/>
              </a:solidFill>
            </a:endParaRPr>
          </a:p>
          <a:p>
            <a:pPr indent="-355600" lvl="0" marL="3429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FF0040"/>
              </a:buClr>
              <a:buSzPts val="2000"/>
              <a:buFont typeface="Arial"/>
              <a:buChar char="●"/>
            </a:pPr>
            <a:r>
              <a:rPr lang="ru-RU" sz="2000">
                <a:solidFill>
                  <a:schemeClr val="dk1"/>
                </a:solidFill>
              </a:rPr>
              <a:t>Отсутствует фиксация и контроль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482200" y="0"/>
            <a:ext cx="10702800" cy="17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ru-RU" sz="6000"/>
              <a:t>Объект</a:t>
            </a:r>
            <a:b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6000">
                <a:solidFill>
                  <a:srgbClr val="FF0040"/>
                </a:solidFill>
              </a:rPr>
              <a:t>и предмет исследования</a:t>
            </a:r>
            <a:endParaRPr b="0" i="0" sz="60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19"/>
          <p:cNvCxnSpPr/>
          <p:nvPr/>
        </p:nvCxnSpPr>
        <p:spPr>
          <a:xfrm rot="10800000">
            <a:off x="3458217" y="1366838"/>
            <a:ext cx="9981558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0" name="Google Shape;200;p19"/>
          <p:cNvSpPr txBox="1"/>
          <p:nvPr/>
        </p:nvSpPr>
        <p:spPr>
          <a:xfrm>
            <a:off x="13827000" y="1858950"/>
            <a:ext cx="2679600" cy="6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100">
                <a:solidFill>
                  <a:schemeClr val="dk1"/>
                </a:solidFill>
              </a:rPr>
              <a:t>Объект</a:t>
            </a:r>
            <a:r>
              <a:rPr lang="ru-RU" sz="1100">
                <a:solidFill>
                  <a:schemeClr val="dk1"/>
                </a:solidFill>
              </a:rPr>
              <a:t> — ООО «МАРС ТЕХ», специализирующаяся на разработке программного обеспечения.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Небольшая команда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Есть внутренняя ИТ-поддержка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Используются неформализованные каналы (мессенджеры, устные обращения)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Нет учёта заявок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300">
                <a:solidFill>
                  <a:schemeClr val="dk1"/>
                </a:solidFill>
              </a:rPr>
              <a:t>🎞️ Слайд 4. Объект и предмет исследования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100">
                <a:solidFill>
                  <a:schemeClr val="dk1"/>
                </a:solidFill>
              </a:rPr>
              <a:t>Объект:</a:t>
            </a:r>
            <a:r>
              <a:rPr lang="ru-RU" sz="1100">
                <a:solidFill>
                  <a:schemeClr val="dk1"/>
                </a:solidFill>
              </a:rPr>
              <a:t> ООО «МАРС ТЕХ»</a:t>
            </a:r>
            <a:br>
              <a:rPr lang="ru-RU" sz="1100">
                <a:solidFill>
                  <a:schemeClr val="dk1"/>
                </a:solidFill>
              </a:rPr>
            </a:br>
            <a:r>
              <a:rPr lang="ru-RU" sz="1100">
                <a:solidFill>
                  <a:schemeClr val="dk1"/>
                </a:solidFill>
              </a:rPr>
              <a:t> </a:t>
            </a:r>
            <a:r>
              <a:rPr b="1" lang="ru-RU" sz="1100">
                <a:solidFill>
                  <a:schemeClr val="dk1"/>
                </a:solidFill>
              </a:rPr>
              <a:t>Предмет:</a:t>
            </a:r>
            <a:r>
              <a:rPr lang="ru-RU" sz="1100">
                <a:solidFill>
                  <a:schemeClr val="dk1"/>
                </a:solidFill>
              </a:rPr>
              <a:t> процессы обработки внутренних обращений сотрудников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Компания занимается разработкой ПО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Заявки сейчас подаются устно или в мессенджерах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Отсутствует фиксация, контроль и статистика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054275" y="1950225"/>
            <a:ext cx="6866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Объект:</a:t>
            </a:r>
            <a:r>
              <a:rPr lang="ru-RU" sz="2000">
                <a:solidFill>
                  <a:schemeClr val="dk1"/>
                </a:solidFill>
              </a:rPr>
              <a:t> ООО «МАРС ТЕХ»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Предмет:</a:t>
            </a:r>
            <a:r>
              <a:rPr lang="ru-RU" sz="2000">
                <a:solidFill>
                  <a:schemeClr val="dk1"/>
                </a:solidFill>
              </a:rPr>
              <a:t> процессы обработки внутренних обращений сотрудников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/>
          <p:nvPr/>
        </p:nvSpPr>
        <p:spPr>
          <a:xfrm>
            <a:off x="1942381" y="183404"/>
            <a:ext cx="9019208" cy="627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2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 rot="10800000">
            <a:off x="7206018" y="755505"/>
            <a:ext cx="6233758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p20"/>
          <p:cNvSpPr txBox="1"/>
          <p:nvPr>
            <p:ph type="title"/>
          </p:nvPr>
        </p:nvSpPr>
        <p:spPr>
          <a:xfrm>
            <a:off x="519125" y="123050"/>
            <a:ext cx="9575100" cy="15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443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Результаты </a:t>
            </a:r>
            <a:r>
              <a:rPr lang="ru-RU">
                <a:solidFill>
                  <a:srgbClr val="FF0040"/>
                </a:solidFill>
              </a:rPr>
              <a:t>аналитической части</a:t>
            </a:r>
            <a:endParaRPr>
              <a:solidFill>
                <a:srgbClr val="FF0040"/>
              </a:solidFill>
            </a:endParaRPr>
          </a:p>
        </p:txBody>
      </p:sp>
      <p:graphicFrame>
        <p:nvGraphicFramePr>
          <p:cNvPr id="210" name="Google Shape;210;p20"/>
          <p:cNvGraphicFramePr/>
          <p:nvPr/>
        </p:nvGraphicFramePr>
        <p:xfrm>
          <a:off x="605186" y="3232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{C925BC9E-7E78-4B85-9246-AC26659372B5}</a:tableStyleId>
              </a:tblPr>
              <a:tblGrid>
                <a:gridCol w="689850"/>
                <a:gridCol w="1699775"/>
                <a:gridCol w="2941075"/>
                <a:gridCol w="6898600"/>
              </a:tblGrid>
              <a:tr h="611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Название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Преимущества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Недостатки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DFFF"/>
                    </a:solidFill>
                  </a:tcPr>
                </a:tc>
              </a:tr>
              <a:tr h="802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R-Desk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Локализована и соответствует ФСТЭК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Коммерческая и ограниченная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2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Naumen Service Desk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Гибкая архитектура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Сложность интеграции и высокая стоимость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2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GLPI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Бесплатная и развитая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Требует хостинга и ручной настройки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2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Разработка собственной системы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Низкие затраты, масштабируемость, отсутствие зависимости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Требуется ресурсы на разработку и поддержку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12611383" y="7219479"/>
            <a:ext cx="313974" cy="12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05225" y="1708925"/>
            <a:ext cx="122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40"/>
              </a:buClr>
              <a:buSzPts val="2000"/>
              <a:buChar char="●"/>
            </a:pPr>
            <a:r>
              <a:rPr lang="ru-RU" sz="2000">
                <a:solidFill>
                  <a:schemeClr val="dk1"/>
                </a:solidFill>
              </a:rPr>
              <a:t>Определено место задачи в ИС предприятия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40"/>
              </a:buClr>
              <a:buSzPts val="2000"/>
              <a:buChar char="●"/>
            </a:pPr>
            <a:r>
              <a:rPr lang="ru-RU" sz="2000">
                <a:solidFill>
                  <a:schemeClr val="dk1"/>
                </a:solidFill>
              </a:rPr>
              <a:t>Выявлены проблемы ИБ (неконтролируемые каналы связи)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40"/>
              </a:buClr>
              <a:buSzPts val="2000"/>
              <a:buChar char="●"/>
            </a:pPr>
            <a:r>
              <a:rPr lang="ru-RU" sz="2000">
                <a:solidFill>
                  <a:schemeClr val="dk1"/>
                </a:solidFill>
              </a:rPr>
              <a:t>Проанализированы существующие решения: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3827000" y="1858950"/>
            <a:ext cx="2679600" cy="47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300">
                <a:solidFill>
                  <a:schemeClr val="dk1"/>
                </a:solidFill>
              </a:rPr>
              <a:t>🎞️ Слайд 5. Результаты аналитической части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Определено место задачи в ИС предприятия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Выявлены проблемы ИБ (неконтролируемые каналы связи)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Проанализированы существующие решения: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</a:rPr>
              <a:t>R-Desk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</a:rPr>
              <a:t>Naumen Service Desk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</a:rPr>
              <a:t>GLPI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</a:rPr>
              <a:t>ITSM 365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</a:rPr>
              <a:t>МойОфис Поддержка</a:t>
            </a:r>
            <a:br>
              <a:rPr lang="ru-RU" sz="1100">
                <a:solidFill>
                  <a:schemeClr val="dk1"/>
                </a:solidFill>
              </a:rPr>
            </a:br>
            <a:r>
              <a:rPr lang="ru-RU" sz="1100">
                <a:solidFill>
                  <a:schemeClr val="dk1"/>
                </a:solidFill>
              </a:rPr>
              <a:t> 📌 </a:t>
            </a:r>
            <a:r>
              <a:rPr b="1" lang="ru-RU" sz="1100">
                <a:solidFill>
                  <a:schemeClr val="dk1"/>
                </a:solidFill>
              </a:rPr>
              <a:t>Вывод:</a:t>
            </a:r>
            <a:r>
              <a:rPr lang="ru-RU" sz="1100">
                <a:solidFill>
                  <a:schemeClr val="dk1"/>
                </a:solidFill>
              </a:rPr>
              <a:t> требуется собственное решение, максимально простое и локальное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21"/>
          <p:cNvCxnSpPr/>
          <p:nvPr/>
        </p:nvCxnSpPr>
        <p:spPr>
          <a:xfrm rot="10800000">
            <a:off x="4441111" y="1392397"/>
            <a:ext cx="8998664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21"/>
          <p:cNvSpPr txBox="1"/>
          <p:nvPr>
            <p:ph type="title"/>
          </p:nvPr>
        </p:nvSpPr>
        <p:spPr>
          <a:xfrm>
            <a:off x="504869" y="289709"/>
            <a:ext cx="9556297" cy="1080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ru-RU"/>
              <a:t>Проект </a:t>
            </a:r>
            <a:br>
              <a:rPr lang="ru-RU"/>
            </a:br>
            <a:r>
              <a:rPr lang="ru-RU">
                <a:solidFill>
                  <a:srgbClr val="FF0040"/>
                </a:solidFill>
              </a:rPr>
              <a:t>автоматизации</a:t>
            </a:r>
            <a:endParaRPr>
              <a:solidFill>
                <a:srgbClr val="FF0040"/>
              </a:solidFill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04870" y="1654581"/>
            <a:ext cx="12665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Разработан прототип автоматической системы ИТ-поддержки. Запускать систему можно </a:t>
            </a:r>
            <a:r>
              <a:rPr lang="ru-RU" sz="2000">
                <a:solidFill>
                  <a:schemeClr val="dk1"/>
                </a:solidFill>
              </a:rPr>
              <a:t>без установки</a:t>
            </a:r>
            <a:r>
              <a:rPr lang="ru-RU" sz="2000"/>
              <a:t> на любом ПК с Python.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21"/>
          <p:cNvGrpSpPr/>
          <p:nvPr/>
        </p:nvGrpSpPr>
        <p:grpSpPr>
          <a:xfrm>
            <a:off x="471681" y="2670838"/>
            <a:ext cx="6089053" cy="1109103"/>
            <a:chOff x="413508" y="2847975"/>
            <a:chExt cx="4931605" cy="931863"/>
          </a:xfrm>
        </p:grpSpPr>
        <p:sp>
          <p:nvSpPr>
            <p:cNvPr id="223" name="Google Shape;223;p21"/>
            <p:cNvSpPr/>
            <p:nvPr/>
          </p:nvSpPr>
          <p:spPr>
            <a:xfrm>
              <a:off x="413508" y="2847975"/>
              <a:ext cx="4931605" cy="931863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1409120" y="3215744"/>
              <a:ext cx="3822600" cy="2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</a:rPr>
                <a:t>HTML/JS-интерфейс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5" name="Google Shape;22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9191" y="3042240"/>
              <a:ext cx="572379" cy="57981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26" name="Google Shape;226;p21"/>
          <p:cNvCxnSpPr/>
          <p:nvPr/>
        </p:nvCxnSpPr>
        <p:spPr>
          <a:xfrm>
            <a:off x="1786731" y="-95777"/>
            <a:ext cx="0" cy="62143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27" name="Google Shape;227;p21"/>
          <p:cNvGrpSpPr/>
          <p:nvPr/>
        </p:nvGrpSpPr>
        <p:grpSpPr>
          <a:xfrm>
            <a:off x="471618" y="4127538"/>
            <a:ext cx="6089170" cy="1109028"/>
            <a:chOff x="413508" y="2847975"/>
            <a:chExt cx="4931700" cy="931800"/>
          </a:xfrm>
        </p:grpSpPr>
        <p:sp>
          <p:nvSpPr>
            <p:cNvPr id="228" name="Google Shape;228;p21"/>
            <p:cNvSpPr/>
            <p:nvPr/>
          </p:nvSpPr>
          <p:spPr>
            <a:xfrm>
              <a:off x="413508" y="2847975"/>
              <a:ext cx="4931700" cy="931800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1"/>
            <p:cNvSpPr txBox="1"/>
            <p:nvPr/>
          </p:nvSpPr>
          <p:spPr>
            <a:xfrm>
              <a:off x="1409170" y="3215744"/>
              <a:ext cx="3822600" cy="2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</a:rPr>
                <a:t>Python-сервер без фреймворков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0" name="Google Shape;23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9191" y="3042240"/>
              <a:ext cx="572379" cy="5798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21"/>
          <p:cNvGrpSpPr/>
          <p:nvPr/>
        </p:nvGrpSpPr>
        <p:grpSpPr>
          <a:xfrm>
            <a:off x="418293" y="5584163"/>
            <a:ext cx="6089170" cy="1109028"/>
            <a:chOff x="413508" y="2847975"/>
            <a:chExt cx="4931700" cy="931800"/>
          </a:xfrm>
        </p:grpSpPr>
        <p:sp>
          <p:nvSpPr>
            <p:cNvPr id="232" name="Google Shape;232;p21"/>
            <p:cNvSpPr/>
            <p:nvPr/>
          </p:nvSpPr>
          <p:spPr>
            <a:xfrm>
              <a:off x="413508" y="2847975"/>
              <a:ext cx="4931700" cy="931800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1409170" y="3215744"/>
              <a:ext cx="3822600" cy="2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</a:rPr>
                <a:t>JSON-файл для хранения заявок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4" name="Google Shape;23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9191" y="3042240"/>
              <a:ext cx="572379" cy="5798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5" name="Google Shape;235;p21"/>
          <p:cNvGrpSpPr/>
          <p:nvPr/>
        </p:nvGrpSpPr>
        <p:grpSpPr>
          <a:xfrm>
            <a:off x="6932293" y="2670876"/>
            <a:ext cx="6089170" cy="1109028"/>
            <a:chOff x="413508" y="2847975"/>
            <a:chExt cx="4931700" cy="931800"/>
          </a:xfrm>
        </p:grpSpPr>
        <p:sp>
          <p:nvSpPr>
            <p:cNvPr id="236" name="Google Shape;236;p21"/>
            <p:cNvSpPr/>
            <p:nvPr/>
          </p:nvSpPr>
          <p:spPr>
            <a:xfrm>
              <a:off x="413508" y="2847975"/>
              <a:ext cx="4931700" cy="931800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1409120" y="3215744"/>
              <a:ext cx="3822600" cy="2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</a:rPr>
                <a:t>Форма подачи заявки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8" name="Google Shape;238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9191" y="3042240"/>
              <a:ext cx="572379" cy="5798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9" name="Google Shape;239;p21"/>
          <p:cNvGrpSpPr/>
          <p:nvPr/>
        </p:nvGrpSpPr>
        <p:grpSpPr>
          <a:xfrm>
            <a:off x="6932231" y="4127576"/>
            <a:ext cx="6089170" cy="1109028"/>
            <a:chOff x="413508" y="2847975"/>
            <a:chExt cx="4931700" cy="931800"/>
          </a:xfrm>
        </p:grpSpPr>
        <p:sp>
          <p:nvSpPr>
            <p:cNvPr id="240" name="Google Shape;240;p21"/>
            <p:cNvSpPr/>
            <p:nvPr/>
          </p:nvSpPr>
          <p:spPr>
            <a:xfrm>
              <a:off x="413508" y="2847975"/>
              <a:ext cx="4931700" cy="931800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1"/>
            <p:cNvSpPr txBox="1"/>
            <p:nvPr/>
          </p:nvSpPr>
          <p:spPr>
            <a:xfrm>
              <a:off x="1409170" y="3215744"/>
              <a:ext cx="3822600" cy="2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</a:rPr>
                <a:t>Просмотр заявок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2" name="Google Shape;24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9191" y="3042240"/>
              <a:ext cx="572379" cy="5798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" name="Google Shape;243;p21"/>
          <p:cNvGrpSpPr/>
          <p:nvPr/>
        </p:nvGrpSpPr>
        <p:grpSpPr>
          <a:xfrm>
            <a:off x="6878906" y="5584201"/>
            <a:ext cx="6089170" cy="1109028"/>
            <a:chOff x="413508" y="2847975"/>
            <a:chExt cx="4931700" cy="931800"/>
          </a:xfrm>
        </p:grpSpPr>
        <p:sp>
          <p:nvSpPr>
            <p:cNvPr id="244" name="Google Shape;244;p21"/>
            <p:cNvSpPr/>
            <p:nvPr/>
          </p:nvSpPr>
          <p:spPr>
            <a:xfrm>
              <a:off x="413508" y="2847975"/>
              <a:ext cx="4931700" cy="931800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1409170" y="3215744"/>
              <a:ext cx="3822600" cy="2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</a:rPr>
                <a:t>Смена статуса и редактирование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6" name="Google Shape;24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9191" y="3042240"/>
              <a:ext cx="572379" cy="579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/>
          <p:nvPr/>
        </p:nvSpPr>
        <p:spPr>
          <a:xfrm>
            <a:off x="1942381" y="183404"/>
            <a:ext cx="90192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2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22"/>
          <p:cNvCxnSpPr/>
          <p:nvPr/>
        </p:nvCxnSpPr>
        <p:spPr>
          <a:xfrm rot="10800000">
            <a:off x="7206076" y="755505"/>
            <a:ext cx="623370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p22"/>
          <p:cNvSpPr txBox="1"/>
          <p:nvPr>
            <p:ph type="title"/>
          </p:nvPr>
        </p:nvSpPr>
        <p:spPr>
          <a:xfrm>
            <a:off x="519125" y="123050"/>
            <a:ext cx="9575100" cy="15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443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Аппаратная </a:t>
            </a:r>
            <a:r>
              <a:rPr lang="ru-RU">
                <a:solidFill>
                  <a:srgbClr val="FF0040"/>
                </a:solidFill>
              </a:rPr>
              <a:t>архитектура</a:t>
            </a:r>
            <a:endParaRPr>
              <a:solidFill>
                <a:srgbClr val="FF0040"/>
              </a:solidFill>
            </a:endParaRPr>
          </a:p>
        </p:txBody>
      </p:sp>
      <p:graphicFrame>
        <p:nvGraphicFramePr>
          <p:cNvPr id="255" name="Google Shape;255;p22"/>
          <p:cNvGraphicFramePr/>
          <p:nvPr/>
        </p:nvGraphicFramePr>
        <p:xfrm>
          <a:off x="1800049" y="23902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{C925BC9E-7E78-4B85-9246-AC26659372B5}</a:tableStyleId>
              </a:tblPr>
              <a:tblGrid>
                <a:gridCol w="2941075"/>
                <a:gridCol w="6898600"/>
              </a:tblGrid>
              <a:tr h="61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/>
                        <a:t>Устройство</a:t>
                      </a:r>
                      <a:endParaRPr b="1" sz="1800"/>
                    </a:p>
                  </a:txBody>
                  <a:tcPr marT="91425" marB="91425" marR="91425" marL="91425" anchor="ctr"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/>
                        <a:t>Назначение</a:t>
                      </a:r>
                      <a:endParaRPr b="1" sz="1800"/>
                    </a:p>
                  </a:txBody>
                  <a:tcPr marT="91425" marB="91425" marR="91425" marL="91425" anchor="ctr">
                    <a:solidFill>
                      <a:srgbClr val="ACDFFF"/>
                    </a:solidFill>
                  </a:tcPr>
                </a:tc>
              </a:tr>
              <a:tr h="80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ПК сотрудников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Отправка заявок через браузер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  <a:tr h="80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Локальный мини-ПК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Сервер и база заявок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  <a:tr h="80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Flash-накопитель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Резервное копирование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  <a:tr h="80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Wi-Fi сеть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Связь между клиентами и сервером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56" name="Google Shape;256;p22"/>
          <p:cNvSpPr txBox="1"/>
          <p:nvPr>
            <p:ph idx="12" type="sldNum"/>
          </p:nvPr>
        </p:nvSpPr>
        <p:spPr>
          <a:xfrm>
            <a:off x="12611383" y="7219479"/>
            <a:ext cx="314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3"/>
          <p:cNvPicPr preferRelativeResize="0"/>
          <p:nvPr/>
        </p:nvPicPr>
        <p:blipFill rotWithShape="1">
          <a:blip r:embed="rId3">
            <a:alphaModFix/>
          </a:blip>
          <a:srcRect b="0" l="85379" r="0" t="0"/>
          <a:stretch/>
        </p:blipFill>
        <p:spPr>
          <a:xfrm>
            <a:off x="11338505" y="1436930"/>
            <a:ext cx="2101272" cy="6122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>
            <p:ph idx="12" type="sldNum"/>
          </p:nvPr>
        </p:nvSpPr>
        <p:spPr>
          <a:xfrm>
            <a:off x="12917099" y="7237363"/>
            <a:ext cx="314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263" name="Google Shape;263;p23"/>
          <p:cNvGrpSpPr/>
          <p:nvPr/>
        </p:nvGrpSpPr>
        <p:grpSpPr>
          <a:xfrm>
            <a:off x="534611" y="2278219"/>
            <a:ext cx="5103680" cy="845329"/>
            <a:chOff x="-5743318" y="1503516"/>
            <a:chExt cx="5625750" cy="931800"/>
          </a:xfrm>
        </p:grpSpPr>
        <p:grpSp>
          <p:nvGrpSpPr>
            <p:cNvPr id="264" name="Google Shape;264;p23"/>
            <p:cNvGrpSpPr/>
            <p:nvPr/>
          </p:nvGrpSpPr>
          <p:grpSpPr>
            <a:xfrm>
              <a:off x="-5743318" y="1503516"/>
              <a:ext cx="5625750" cy="931800"/>
              <a:chOff x="413508" y="2847975"/>
              <a:chExt cx="5841900" cy="931800"/>
            </a:xfrm>
          </p:grpSpPr>
          <p:sp>
            <p:nvSpPr>
              <p:cNvPr id="265" name="Google Shape;265;p23"/>
              <p:cNvSpPr/>
              <p:nvPr/>
            </p:nvSpPr>
            <p:spPr>
              <a:xfrm>
                <a:off x="413508" y="2847975"/>
                <a:ext cx="5841900" cy="931800"/>
              </a:xfrm>
              <a:prstGeom prst="roundRect">
                <a:avLst>
                  <a:gd fmla="val 1256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3"/>
              <p:cNvSpPr txBox="1"/>
              <p:nvPr/>
            </p:nvSpPr>
            <p:spPr>
              <a:xfrm>
                <a:off x="1161188" y="3147977"/>
                <a:ext cx="45966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rPr lang="ru-RU" sz="1600">
                    <a:solidFill>
                      <a:schemeClr val="dk1"/>
                    </a:solidFill>
                  </a:rPr>
                  <a:t>Предпроектное обследование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" name="Google Shape;267;p23"/>
            <p:cNvSpPr txBox="1"/>
            <p:nvPr/>
          </p:nvSpPr>
          <p:spPr>
            <a:xfrm>
              <a:off x="-5504772" y="1600071"/>
              <a:ext cx="288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355">
                  <a:solidFill>
                    <a:srgbClr val="FF004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68" name="Google Shape;268;p23"/>
          <p:cNvGrpSpPr/>
          <p:nvPr/>
        </p:nvGrpSpPr>
        <p:grpSpPr>
          <a:xfrm>
            <a:off x="534610" y="3297604"/>
            <a:ext cx="5103680" cy="845329"/>
            <a:chOff x="-5743317" y="1503516"/>
            <a:chExt cx="5625750" cy="931800"/>
          </a:xfrm>
        </p:grpSpPr>
        <p:grpSp>
          <p:nvGrpSpPr>
            <p:cNvPr id="269" name="Google Shape;269;p23"/>
            <p:cNvGrpSpPr/>
            <p:nvPr/>
          </p:nvGrpSpPr>
          <p:grpSpPr>
            <a:xfrm>
              <a:off x="-5743317" y="1503516"/>
              <a:ext cx="5625750" cy="931800"/>
              <a:chOff x="413509" y="2847975"/>
              <a:chExt cx="5841900" cy="931800"/>
            </a:xfrm>
          </p:grpSpPr>
          <p:sp>
            <p:nvSpPr>
              <p:cNvPr id="270" name="Google Shape;270;p23"/>
              <p:cNvSpPr/>
              <p:nvPr/>
            </p:nvSpPr>
            <p:spPr>
              <a:xfrm>
                <a:off x="413509" y="2847975"/>
                <a:ext cx="5841900" cy="931800"/>
              </a:xfrm>
              <a:prstGeom prst="roundRect">
                <a:avLst>
                  <a:gd fmla="val 1256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23"/>
              <p:cNvSpPr txBox="1"/>
              <p:nvPr/>
            </p:nvSpPr>
            <p:spPr>
              <a:xfrm>
                <a:off x="1169711" y="3178200"/>
                <a:ext cx="38691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>
                    <a:solidFill>
                      <a:schemeClr val="dk1"/>
                    </a:solidFill>
                  </a:rPr>
                  <a:t>Формализация требований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2" name="Google Shape;272;p23"/>
            <p:cNvSpPr txBox="1"/>
            <p:nvPr/>
          </p:nvSpPr>
          <p:spPr>
            <a:xfrm>
              <a:off x="-5504772" y="1600071"/>
              <a:ext cx="288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355">
                  <a:solidFill>
                    <a:srgbClr val="FF004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73" name="Google Shape;273;p23"/>
          <p:cNvGrpSpPr/>
          <p:nvPr/>
        </p:nvGrpSpPr>
        <p:grpSpPr>
          <a:xfrm>
            <a:off x="534610" y="4316989"/>
            <a:ext cx="5103680" cy="845329"/>
            <a:chOff x="-5743318" y="1503516"/>
            <a:chExt cx="5625750" cy="931800"/>
          </a:xfrm>
        </p:grpSpPr>
        <p:grpSp>
          <p:nvGrpSpPr>
            <p:cNvPr id="274" name="Google Shape;274;p23"/>
            <p:cNvGrpSpPr/>
            <p:nvPr/>
          </p:nvGrpSpPr>
          <p:grpSpPr>
            <a:xfrm>
              <a:off x="-5743318" y="1503516"/>
              <a:ext cx="5625750" cy="931800"/>
              <a:chOff x="413508" y="2847975"/>
              <a:chExt cx="5841900" cy="931800"/>
            </a:xfrm>
          </p:grpSpPr>
          <p:sp>
            <p:nvSpPr>
              <p:cNvPr id="275" name="Google Shape;275;p23"/>
              <p:cNvSpPr/>
              <p:nvPr/>
            </p:nvSpPr>
            <p:spPr>
              <a:xfrm>
                <a:off x="413508" y="2847975"/>
                <a:ext cx="5841900" cy="931800"/>
              </a:xfrm>
              <a:prstGeom prst="roundRect">
                <a:avLst>
                  <a:gd fmla="val 1256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23"/>
              <p:cNvSpPr txBox="1"/>
              <p:nvPr/>
            </p:nvSpPr>
            <p:spPr>
              <a:xfrm>
                <a:off x="1169710" y="3178199"/>
                <a:ext cx="48471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>
                    <a:solidFill>
                      <a:schemeClr val="dk1"/>
                    </a:solidFill>
                  </a:rPr>
                  <a:t>Проектирование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7" name="Google Shape;277;p23"/>
            <p:cNvSpPr txBox="1"/>
            <p:nvPr/>
          </p:nvSpPr>
          <p:spPr>
            <a:xfrm>
              <a:off x="-5504772" y="1600071"/>
              <a:ext cx="288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355">
                  <a:solidFill>
                    <a:srgbClr val="FF004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278" name="Google Shape;278;p23"/>
          <p:cNvGrpSpPr/>
          <p:nvPr/>
        </p:nvGrpSpPr>
        <p:grpSpPr>
          <a:xfrm>
            <a:off x="6165920" y="2278219"/>
            <a:ext cx="5118357" cy="845329"/>
            <a:chOff x="-5743317" y="1503516"/>
            <a:chExt cx="5641928" cy="931800"/>
          </a:xfrm>
        </p:grpSpPr>
        <p:grpSp>
          <p:nvGrpSpPr>
            <p:cNvPr id="279" name="Google Shape;279;p23"/>
            <p:cNvGrpSpPr/>
            <p:nvPr/>
          </p:nvGrpSpPr>
          <p:grpSpPr>
            <a:xfrm>
              <a:off x="-5743317" y="1503516"/>
              <a:ext cx="5641928" cy="931800"/>
              <a:chOff x="413509" y="2847975"/>
              <a:chExt cx="5858700" cy="931800"/>
            </a:xfrm>
          </p:grpSpPr>
          <p:sp>
            <p:nvSpPr>
              <p:cNvPr id="280" name="Google Shape;280;p23"/>
              <p:cNvSpPr/>
              <p:nvPr/>
            </p:nvSpPr>
            <p:spPr>
              <a:xfrm>
                <a:off x="413509" y="2847975"/>
                <a:ext cx="5858700" cy="931800"/>
              </a:xfrm>
              <a:prstGeom prst="roundRect">
                <a:avLst>
                  <a:gd fmla="val 1256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23"/>
              <p:cNvSpPr txBox="1"/>
              <p:nvPr/>
            </p:nvSpPr>
            <p:spPr>
              <a:xfrm>
                <a:off x="1178231" y="3171665"/>
                <a:ext cx="48471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rPr lang="ru-RU" sz="1600">
                    <a:solidFill>
                      <a:schemeClr val="dk1"/>
                    </a:solidFill>
                  </a:rPr>
                  <a:t>Внедрение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" name="Google Shape;282;p23"/>
            <p:cNvSpPr txBox="1"/>
            <p:nvPr/>
          </p:nvSpPr>
          <p:spPr>
            <a:xfrm>
              <a:off x="-5504772" y="1600071"/>
              <a:ext cx="288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355">
                  <a:solidFill>
                    <a:srgbClr val="FF0040"/>
                  </a:solidFill>
                </a:rPr>
                <a:t>6</a:t>
              </a:r>
              <a:endParaRPr/>
            </a:p>
          </p:txBody>
        </p:sp>
      </p:grpSp>
      <p:grpSp>
        <p:nvGrpSpPr>
          <p:cNvPr id="283" name="Google Shape;283;p23"/>
          <p:cNvGrpSpPr/>
          <p:nvPr/>
        </p:nvGrpSpPr>
        <p:grpSpPr>
          <a:xfrm>
            <a:off x="6165127" y="3297602"/>
            <a:ext cx="5119930" cy="845329"/>
            <a:chOff x="-5743319" y="1503517"/>
            <a:chExt cx="5643662" cy="931800"/>
          </a:xfrm>
        </p:grpSpPr>
        <p:grpSp>
          <p:nvGrpSpPr>
            <p:cNvPr id="284" name="Google Shape;284;p23"/>
            <p:cNvGrpSpPr/>
            <p:nvPr/>
          </p:nvGrpSpPr>
          <p:grpSpPr>
            <a:xfrm>
              <a:off x="-5743319" y="1503517"/>
              <a:ext cx="5643662" cy="931800"/>
              <a:chOff x="413507" y="2847976"/>
              <a:chExt cx="5860500" cy="931800"/>
            </a:xfrm>
          </p:grpSpPr>
          <p:sp>
            <p:nvSpPr>
              <p:cNvPr id="285" name="Google Shape;285;p23"/>
              <p:cNvSpPr/>
              <p:nvPr/>
            </p:nvSpPr>
            <p:spPr>
              <a:xfrm>
                <a:off x="413507" y="2847976"/>
                <a:ext cx="5860500" cy="931800"/>
              </a:xfrm>
              <a:prstGeom prst="roundRect">
                <a:avLst>
                  <a:gd fmla="val 1256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3"/>
              <p:cNvSpPr txBox="1"/>
              <p:nvPr/>
            </p:nvSpPr>
            <p:spPr>
              <a:xfrm>
                <a:off x="1179848" y="3178201"/>
                <a:ext cx="3948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>
                    <a:solidFill>
                      <a:schemeClr val="dk1"/>
                    </a:solidFill>
                  </a:rPr>
                  <a:t>Сопровождение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7" name="Google Shape;287;p23"/>
            <p:cNvSpPr txBox="1"/>
            <p:nvPr/>
          </p:nvSpPr>
          <p:spPr>
            <a:xfrm>
              <a:off x="-5504772" y="1600072"/>
              <a:ext cx="288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355">
                  <a:solidFill>
                    <a:srgbClr val="FF0040"/>
                  </a:solidFill>
                </a:rPr>
                <a:t>7</a:t>
              </a:r>
              <a:endParaRPr sz="4355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" name="Google Shape;288;p23"/>
          <p:cNvSpPr txBox="1"/>
          <p:nvPr/>
        </p:nvSpPr>
        <p:spPr>
          <a:xfrm>
            <a:off x="496253" y="1689734"/>
            <a:ext cx="401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Модель:</a:t>
            </a:r>
            <a:r>
              <a:rPr lang="ru-RU" sz="2000">
                <a:solidFill>
                  <a:schemeClr val="dk1"/>
                </a:solidFill>
              </a:rPr>
              <a:t> Waterfall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412750" y="278797"/>
            <a:ext cx="81783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ru-RU" sz="6000"/>
              <a:t>Жизненный цикл</a:t>
            </a:r>
            <a: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6000">
                <a:solidFill>
                  <a:srgbClr val="FF0040"/>
                </a:solidFill>
              </a:rPr>
              <a:t>и риски</a:t>
            </a:r>
            <a:endParaRPr b="0" i="0" sz="60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23"/>
          <p:cNvCxnSpPr/>
          <p:nvPr/>
        </p:nvCxnSpPr>
        <p:spPr>
          <a:xfrm rot="10800000">
            <a:off x="3314658" y="1366838"/>
            <a:ext cx="1299150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91" name="Google Shape;291;p23"/>
          <p:cNvGrpSpPr/>
          <p:nvPr/>
        </p:nvGrpSpPr>
        <p:grpSpPr>
          <a:xfrm>
            <a:off x="534610" y="5336389"/>
            <a:ext cx="5103680" cy="845329"/>
            <a:chOff x="-5743318" y="1503516"/>
            <a:chExt cx="5625750" cy="931800"/>
          </a:xfrm>
        </p:grpSpPr>
        <p:grpSp>
          <p:nvGrpSpPr>
            <p:cNvPr id="292" name="Google Shape;292;p23"/>
            <p:cNvGrpSpPr/>
            <p:nvPr/>
          </p:nvGrpSpPr>
          <p:grpSpPr>
            <a:xfrm>
              <a:off x="-5743318" y="1503516"/>
              <a:ext cx="5625750" cy="931800"/>
              <a:chOff x="413508" y="2847975"/>
              <a:chExt cx="5841900" cy="931800"/>
            </a:xfrm>
          </p:grpSpPr>
          <p:sp>
            <p:nvSpPr>
              <p:cNvPr id="293" name="Google Shape;293;p23"/>
              <p:cNvSpPr/>
              <p:nvPr/>
            </p:nvSpPr>
            <p:spPr>
              <a:xfrm>
                <a:off x="413508" y="2847975"/>
                <a:ext cx="5841900" cy="931800"/>
              </a:xfrm>
              <a:prstGeom prst="roundRect">
                <a:avLst>
                  <a:gd fmla="val 1256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23"/>
              <p:cNvSpPr txBox="1"/>
              <p:nvPr/>
            </p:nvSpPr>
            <p:spPr>
              <a:xfrm>
                <a:off x="1169710" y="3178199"/>
                <a:ext cx="48471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>
                    <a:solidFill>
                      <a:schemeClr val="dk1"/>
                    </a:solidFill>
                  </a:rPr>
                  <a:t>Реализация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5" name="Google Shape;295;p23"/>
            <p:cNvSpPr txBox="1"/>
            <p:nvPr/>
          </p:nvSpPr>
          <p:spPr>
            <a:xfrm>
              <a:off x="-5504772" y="1600071"/>
              <a:ext cx="288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355">
                  <a:solidFill>
                    <a:srgbClr val="FF0040"/>
                  </a:solidFill>
                </a:rPr>
                <a:t>4</a:t>
              </a:r>
              <a:endParaRPr/>
            </a:p>
          </p:txBody>
        </p:sp>
      </p:grpSp>
      <p:grpSp>
        <p:nvGrpSpPr>
          <p:cNvPr id="296" name="Google Shape;296;p23"/>
          <p:cNvGrpSpPr/>
          <p:nvPr/>
        </p:nvGrpSpPr>
        <p:grpSpPr>
          <a:xfrm>
            <a:off x="534610" y="6355789"/>
            <a:ext cx="5103680" cy="845329"/>
            <a:chOff x="-5743318" y="1503516"/>
            <a:chExt cx="5625750" cy="931800"/>
          </a:xfrm>
        </p:grpSpPr>
        <p:grpSp>
          <p:nvGrpSpPr>
            <p:cNvPr id="297" name="Google Shape;297;p23"/>
            <p:cNvGrpSpPr/>
            <p:nvPr/>
          </p:nvGrpSpPr>
          <p:grpSpPr>
            <a:xfrm>
              <a:off x="-5743318" y="1503516"/>
              <a:ext cx="5625750" cy="931800"/>
              <a:chOff x="413508" y="2847975"/>
              <a:chExt cx="5841900" cy="931800"/>
            </a:xfrm>
          </p:grpSpPr>
          <p:sp>
            <p:nvSpPr>
              <p:cNvPr id="298" name="Google Shape;298;p23"/>
              <p:cNvSpPr/>
              <p:nvPr/>
            </p:nvSpPr>
            <p:spPr>
              <a:xfrm>
                <a:off x="413508" y="2847975"/>
                <a:ext cx="5841900" cy="931800"/>
              </a:xfrm>
              <a:prstGeom prst="roundRect">
                <a:avLst>
                  <a:gd fmla="val 1256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23"/>
              <p:cNvSpPr txBox="1"/>
              <p:nvPr/>
            </p:nvSpPr>
            <p:spPr>
              <a:xfrm>
                <a:off x="1169710" y="3178199"/>
                <a:ext cx="48471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rPr lang="ru-RU" sz="1600">
                    <a:solidFill>
                      <a:schemeClr val="dk1"/>
                    </a:solidFill>
                  </a:rPr>
                  <a:t>Тестирование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0" name="Google Shape;300;p23"/>
            <p:cNvSpPr txBox="1"/>
            <p:nvPr/>
          </p:nvSpPr>
          <p:spPr>
            <a:xfrm>
              <a:off x="-5504772" y="1600071"/>
              <a:ext cx="288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355">
                  <a:solidFill>
                    <a:srgbClr val="FF0040"/>
                  </a:solidFill>
                </a:rPr>
                <a:t>5</a:t>
              </a:r>
              <a:endParaRPr/>
            </a:p>
          </p:txBody>
        </p:sp>
      </p:grpSp>
      <p:sp>
        <p:nvSpPr>
          <p:cNvPr id="301" name="Google Shape;301;p23"/>
          <p:cNvSpPr txBox="1"/>
          <p:nvPr/>
        </p:nvSpPr>
        <p:spPr>
          <a:xfrm>
            <a:off x="13827000" y="1858950"/>
            <a:ext cx="2679600" cy="47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300">
                <a:solidFill>
                  <a:schemeClr val="dk1"/>
                </a:solidFill>
              </a:rPr>
              <a:t>Слайд 8. Жизненный цикл и риски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Модель: </a:t>
            </a:r>
            <a:r>
              <a:rPr b="1" lang="ru-RU" sz="1100">
                <a:solidFill>
                  <a:schemeClr val="dk1"/>
                </a:solidFill>
              </a:rPr>
              <a:t>Waterfall</a:t>
            </a:r>
            <a:br>
              <a:rPr b="1" lang="ru-RU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Этапы: анализ → проект → реализация → тест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Основные риски: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</a:rPr>
              <a:t>Потеря данных (смягчается резервным копированием)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</a:rPr>
              <a:t>Ограниченная масштабируемость (прототип, а не готовый продукт)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" name="Google Shape;307;p24"/>
          <p:cNvCxnSpPr/>
          <p:nvPr/>
        </p:nvCxnSpPr>
        <p:spPr>
          <a:xfrm rot="10800000">
            <a:off x="8817924" y="1110492"/>
            <a:ext cx="4598857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8" name="Google Shape;308;p24"/>
          <p:cNvSpPr txBox="1"/>
          <p:nvPr>
            <p:ph type="title"/>
          </p:nvPr>
        </p:nvSpPr>
        <p:spPr>
          <a:xfrm>
            <a:off x="573258" y="236754"/>
            <a:ext cx="8178155" cy="1289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443"/>
              <a:buFont typeface="Arial"/>
              <a:buNone/>
            </a:pPr>
            <a:r>
              <a:rPr lang="ru-RU"/>
              <a:t>Экономическая</a:t>
            </a:r>
            <a:r>
              <a:rPr lang="ru-RU">
                <a:solidFill>
                  <a:srgbClr val="FF0040"/>
                </a:solidFill>
              </a:rPr>
              <a:t> эффективность</a:t>
            </a:r>
            <a:endParaRPr>
              <a:solidFill>
                <a:srgbClr val="FF0040"/>
              </a:solidFill>
            </a:endParaRPr>
          </a:p>
        </p:txBody>
      </p:sp>
      <p:sp>
        <p:nvSpPr>
          <p:cNvPr id="309" name="Google Shape;309;p24"/>
          <p:cNvSpPr txBox="1"/>
          <p:nvPr>
            <p:ph idx="12" type="sldNum"/>
          </p:nvPr>
        </p:nvSpPr>
        <p:spPr>
          <a:xfrm>
            <a:off x="12611383" y="7219479"/>
            <a:ext cx="313974" cy="12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7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24"/>
          <p:cNvCxnSpPr/>
          <p:nvPr/>
        </p:nvCxnSpPr>
        <p:spPr>
          <a:xfrm rot="10800000">
            <a:off x="-2427006" y="3729636"/>
            <a:ext cx="216332" cy="236544"/>
          </a:xfrm>
          <a:prstGeom prst="straightConnector1">
            <a:avLst/>
          </a:prstGeom>
          <a:noFill/>
          <a:ln cap="flat" cmpd="sng" w="9525">
            <a:solidFill>
              <a:srgbClr val="FF004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1" name="Google Shape;311;p24"/>
          <p:cNvSpPr/>
          <p:nvPr/>
        </p:nvSpPr>
        <p:spPr>
          <a:xfrm>
            <a:off x="1064775" y="1948325"/>
            <a:ext cx="2506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/>
              <a:t>Стоимость в год (руб.)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1126188" y="2654800"/>
            <a:ext cx="549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75 000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899303" y="6690658"/>
            <a:ext cx="226500" cy="2265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3176455" y="6690621"/>
            <a:ext cx="226500" cy="226500"/>
          </a:xfrm>
          <a:prstGeom prst="rect">
            <a:avLst/>
          </a:prstGeom>
          <a:solidFill>
            <a:srgbClr val="46BD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891683" y="6262177"/>
            <a:ext cx="2506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Условные обозначения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1035225" y="5913221"/>
            <a:ext cx="2290123" cy="114900"/>
          </a:xfrm>
          <a:custGeom>
            <a:rect b="b" l="l" r="r" t="t"/>
            <a:pathLst>
              <a:path extrusionOk="0" h="120000" w="1351105">
                <a:moveTo>
                  <a:pt x="2048" y="44379"/>
                </a:moveTo>
                <a:lnTo>
                  <a:pt x="1353154" y="44379"/>
                </a:lnTo>
              </a:path>
            </a:pathLst>
          </a:custGeom>
          <a:noFill/>
          <a:ln cap="flat" cmpd="sng" w="9525">
            <a:solidFill>
              <a:srgbClr val="707C8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1876799" y="4826191"/>
            <a:ext cx="549025" cy="1123364"/>
          </a:xfrm>
          <a:custGeom>
            <a:rect b="b" l="l" r="r" t="t"/>
            <a:pathLst>
              <a:path extrusionOk="0" h="860815" w="332239">
                <a:moveTo>
                  <a:pt x="334645" y="2413"/>
                </a:moveTo>
                <a:lnTo>
                  <a:pt x="2406" y="2413"/>
                </a:lnTo>
                <a:lnTo>
                  <a:pt x="2406" y="863229"/>
                </a:lnTo>
                <a:lnTo>
                  <a:pt x="334645" y="863229"/>
                </a:lnTo>
                <a:lnTo>
                  <a:pt x="334645" y="2413"/>
                </a:lnTo>
                <a:close/>
              </a:path>
            </a:pathLst>
          </a:custGeom>
          <a:solidFill>
            <a:srgbClr val="46BD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1126175" y="2861952"/>
            <a:ext cx="549025" cy="3084108"/>
          </a:xfrm>
          <a:custGeom>
            <a:rect b="b" l="l" r="r" t="t"/>
            <a:pathLst>
              <a:path extrusionOk="0" h="1188481" w="332239">
                <a:moveTo>
                  <a:pt x="2406" y="2413"/>
                </a:moveTo>
                <a:lnTo>
                  <a:pt x="334646" y="2413"/>
                </a:lnTo>
                <a:lnTo>
                  <a:pt x="334646" y="1190895"/>
                </a:lnTo>
                <a:lnTo>
                  <a:pt x="2406" y="1190895"/>
                </a:lnTo>
                <a:lnTo>
                  <a:pt x="2406" y="2413"/>
                </a:lnTo>
                <a:close/>
              </a:path>
            </a:pathLst>
          </a:custGeom>
          <a:solidFill>
            <a:srgbClr val="FBBC0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1035225" y="2355375"/>
            <a:ext cx="2362552" cy="296100"/>
          </a:xfrm>
          <a:custGeom>
            <a:rect b="b" l="l" r="r" t="t"/>
            <a:pathLst>
              <a:path extrusionOk="0" h="120000" w="1727643">
                <a:moveTo>
                  <a:pt x="2047" y="44379"/>
                </a:moveTo>
                <a:lnTo>
                  <a:pt x="1729691" y="44379"/>
                </a:lnTo>
              </a:path>
            </a:pathLst>
          </a:custGeom>
          <a:noFill/>
          <a:ln cap="flat" cmpd="sng" w="9525">
            <a:solidFill>
              <a:srgbClr val="707C8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1876813" y="4599688"/>
            <a:ext cx="549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24 996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2627424" y="3996310"/>
            <a:ext cx="549025" cy="1949746"/>
          </a:xfrm>
          <a:custGeom>
            <a:rect b="b" l="l" r="r" t="t"/>
            <a:pathLst>
              <a:path extrusionOk="0" h="860815" w="332239">
                <a:moveTo>
                  <a:pt x="334645" y="2413"/>
                </a:moveTo>
                <a:lnTo>
                  <a:pt x="2406" y="2413"/>
                </a:lnTo>
                <a:lnTo>
                  <a:pt x="2406" y="863229"/>
                </a:lnTo>
                <a:lnTo>
                  <a:pt x="334645" y="863229"/>
                </a:lnTo>
                <a:lnTo>
                  <a:pt x="334645" y="2413"/>
                </a:lnTo>
                <a:close/>
              </a:path>
            </a:pathLst>
          </a:custGeom>
          <a:solidFill>
            <a:srgbClr val="46BD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2627425" y="3783488"/>
            <a:ext cx="549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50 004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1228550" y="6652363"/>
            <a:ext cx="2506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До автоматизации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3505700" y="6652350"/>
            <a:ext cx="2506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После автоматизации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4158225" y="1943100"/>
            <a:ext cx="3209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/>
              <a:t>Время</a:t>
            </a:r>
            <a:r>
              <a:rPr lang="ru-RU" sz="1800"/>
              <a:t> в год (100 заявок, час.)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4219638" y="2649575"/>
            <a:ext cx="549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300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4128675" y="5907996"/>
            <a:ext cx="2290123" cy="114900"/>
          </a:xfrm>
          <a:custGeom>
            <a:rect b="b" l="l" r="r" t="t"/>
            <a:pathLst>
              <a:path extrusionOk="0" h="120000" w="1351105">
                <a:moveTo>
                  <a:pt x="2048" y="44379"/>
                </a:moveTo>
                <a:lnTo>
                  <a:pt x="1353154" y="44379"/>
                </a:lnTo>
              </a:path>
            </a:pathLst>
          </a:custGeom>
          <a:noFill/>
          <a:ln cap="flat" cmpd="sng" w="9525">
            <a:solidFill>
              <a:srgbClr val="707C8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4970249" y="4820966"/>
            <a:ext cx="549025" cy="1123364"/>
          </a:xfrm>
          <a:custGeom>
            <a:rect b="b" l="l" r="r" t="t"/>
            <a:pathLst>
              <a:path extrusionOk="0" h="860815" w="332239">
                <a:moveTo>
                  <a:pt x="334645" y="2413"/>
                </a:moveTo>
                <a:lnTo>
                  <a:pt x="2406" y="2413"/>
                </a:lnTo>
                <a:lnTo>
                  <a:pt x="2406" y="863229"/>
                </a:lnTo>
                <a:lnTo>
                  <a:pt x="334645" y="863229"/>
                </a:lnTo>
                <a:lnTo>
                  <a:pt x="334645" y="2413"/>
                </a:lnTo>
                <a:close/>
              </a:path>
            </a:pathLst>
          </a:custGeom>
          <a:solidFill>
            <a:srgbClr val="46BD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4219625" y="2856727"/>
            <a:ext cx="549025" cy="3084108"/>
          </a:xfrm>
          <a:custGeom>
            <a:rect b="b" l="l" r="r" t="t"/>
            <a:pathLst>
              <a:path extrusionOk="0" h="1188481" w="332239">
                <a:moveTo>
                  <a:pt x="2406" y="2413"/>
                </a:moveTo>
                <a:lnTo>
                  <a:pt x="334646" y="2413"/>
                </a:lnTo>
                <a:lnTo>
                  <a:pt x="334646" y="1190895"/>
                </a:lnTo>
                <a:lnTo>
                  <a:pt x="2406" y="1190895"/>
                </a:lnTo>
                <a:lnTo>
                  <a:pt x="2406" y="2413"/>
                </a:lnTo>
                <a:close/>
              </a:path>
            </a:pathLst>
          </a:custGeom>
          <a:solidFill>
            <a:srgbClr val="FBBC0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4128675" y="2350150"/>
            <a:ext cx="2362552" cy="296100"/>
          </a:xfrm>
          <a:custGeom>
            <a:rect b="b" l="l" r="r" t="t"/>
            <a:pathLst>
              <a:path extrusionOk="0" h="120000" w="1727643">
                <a:moveTo>
                  <a:pt x="2047" y="44379"/>
                </a:moveTo>
                <a:lnTo>
                  <a:pt x="1729691" y="44379"/>
                </a:lnTo>
              </a:path>
            </a:pathLst>
          </a:custGeom>
          <a:noFill/>
          <a:ln cap="flat" cmpd="sng" w="9525">
            <a:solidFill>
              <a:srgbClr val="707C8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4970263" y="4594463"/>
            <a:ext cx="549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100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5720874" y="3991085"/>
            <a:ext cx="549025" cy="1949746"/>
          </a:xfrm>
          <a:custGeom>
            <a:rect b="b" l="l" r="r" t="t"/>
            <a:pathLst>
              <a:path extrusionOk="0" h="860815" w="332239">
                <a:moveTo>
                  <a:pt x="334645" y="2413"/>
                </a:moveTo>
                <a:lnTo>
                  <a:pt x="2406" y="2413"/>
                </a:lnTo>
                <a:lnTo>
                  <a:pt x="2406" y="863229"/>
                </a:lnTo>
                <a:lnTo>
                  <a:pt x="334645" y="863229"/>
                </a:lnTo>
                <a:lnTo>
                  <a:pt x="334645" y="2413"/>
                </a:lnTo>
                <a:close/>
              </a:path>
            </a:pathLst>
          </a:custGeom>
          <a:solidFill>
            <a:srgbClr val="46BD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5720875" y="3778263"/>
            <a:ext cx="549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200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4"/>
          <p:cNvSpPr txBox="1"/>
          <p:nvPr/>
        </p:nvSpPr>
        <p:spPr>
          <a:xfrm>
            <a:off x="8063700" y="2509025"/>
            <a:ext cx="4484400" cy="3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Char char="●"/>
            </a:pPr>
            <a:r>
              <a:rPr lang="ru-RU" sz="1800">
                <a:solidFill>
                  <a:schemeClr val="dk1"/>
                </a:solidFill>
              </a:rPr>
              <a:t>Затраты на разработку: 26 750 руб.</a:t>
            </a:r>
            <a:endParaRPr sz="180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Char char="●"/>
            </a:pPr>
            <a:r>
              <a:rPr lang="ru-RU" sz="1800">
                <a:solidFill>
                  <a:schemeClr val="dk1"/>
                </a:solidFill>
              </a:rPr>
              <a:t>Окупаемость проекта: ~ 6,4 месяцев</a:t>
            </a:r>
            <a:endParaRPr sz="180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Char char="●"/>
            </a:pPr>
            <a:r>
              <a:rPr lang="ru-RU" sz="1800">
                <a:solidFill>
                  <a:schemeClr val="dk1"/>
                </a:solidFill>
              </a:rPr>
              <a:t>Повышение прозрачности процессов</a:t>
            </a:r>
            <a:endParaRPr sz="180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Char char="●"/>
            </a:pPr>
            <a:r>
              <a:rPr lang="ru-RU" sz="1800">
                <a:solidFill>
                  <a:schemeClr val="dk1"/>
                </a:solidFill>
              </a:rPr>
              <a:t>Уменьшение потерь времени и денег</a:t>
            </a:r>
            <a:endParaRPr sz="180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Char char="●"/>
            </a:pPr>
            <a:r>
              <a:rPr lang="ru-RU" sz="1800">
                <a:solidFill>
                  <a:schemeClr val="dk1"/>
                </a:solidFill>
              </a:rPr>
              <a:t>Потенциал расширения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8063700" y="1943100"/>
            <a:ext cx="448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В итоге: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25"/>
          <p:cNvCxnSpPr/>
          <p:nvPr/>
        </p:nvCxnSpPr>
        <p:spPr>
          <a:xfrm>
            <a:off x="744193" y="6170068"/>
            <a:ext cx="12695700" cy="0"/>
          </a:xfrm>
          <a:prstGeom prst="straightConnector1">
            <a:avLst/>
          </a:prstGeom>
          <a:noFill/>
          <a:ln cap="flat" cmpd="sng" w="28575">
            <a:solidFill>
              <a:srgbClr val="FF004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2" name="Google Shape;342;p25"/>
          <p:cNvSpPr/>
          <p:nvPr/>
        </p:nvSpPr>
        <p:spPr>
          <a:xfrm>
            <a:off x="675252" y="4139948"/>
            <a:ext cx="7759500" cy="18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0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Вопросы</a:t>
            </a:r>
            <a:endParaRPr sz="70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3" name="Google Shape;3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94" y="6502398"/>
            <a:ext cx="363457" cy="36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5"/>
          <p:cNvSpPr/>
          <p:nvPr/>
        </p:nvSpPr>
        <p:spPr>
          <a:xfrm>
            <a:off x="8434815" y="-1049654"/>
            <a:ext cx="5004958" cy="9803127"/>
          </a:xfrm>
          <a:custGeom>
            <a:rect b="b" l="l" r="r" t="t"/>
            <a:pathLst>
              <a:path extrusionOk="0" h="3034" w="1549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399" y="477896"/>
            <a:ext cx="2870348" cy="29846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 txBox="1"/>
          <p:nvPr/>
        </p:nvSpPr>
        <p:spPr>
          <a:xfrm>
            <a:off x="13827000" y="1858950"/>
            <a:ext cx="2679600" cy="47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300">
                <a:solidFill>
                  <a:schemeClr val="dk1"/>
                </a:solidFill>
              </a:rPr>
              <a:t>🎞️ Слайд 10. Заключение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Решена актуальная задача внутренней автоматизации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Создан и протестирован прототип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Документированы архитектура и ИБ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solidFill>
                  <a:schemeClr val="dk1"/>
                </a:solidFill>
              </a:rPr>
              <a:t>ВКР практически применима и даёт реальную пользу</a:t>
            </a:r>
            <a:br>
              <a:rPr lang="ru-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/>
          <p:nvPr/>
        </p:nvSpPr>
        <p:spPr>
          <a:xfrm>
            <a:off x="25575" y="12050"/>
            <a:ext cx="13439700" cy="7547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"/>
          <p:cNvSpPr/>
          <p:nvPr/>
        </p:nvSpPr>
        <p:spPr>
          <a:xfrm>
            <a:off x="5243525" y="1834050"/>
            <a:ext cx="3560400" cy="5292000"/>
          </a:xfrm>
          <a:prstGeom prst="roundRect">
            <a:avLst>
              <a:gd fmla="val 4809" name="adj"/>
            </a:avLst>
          </a:prstGeom>
          <a:noFill/>
          <a:ln cap="flat" cmpd="sng" w="12700">
            <a:solidFill>
              <a:srgbClr val="FF2D6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tatarstan.ru/file/news/28_n2104743_big.jpg" id="357" name="Google Shape;357;p27"/>
          <p:cNvPicPr preferRelativeResize="0"/>
          <p:nvPr/>
        </p:nvPicPr>
        <p:blipFill rotWithShape="1">
          <a:blip r:embed="rId3">
            <a:alphaModFix/>
          </a:blip>
          <a:srcRect b="2143" l="2072" r="22308" t="0"/>
          <a:stretch/>
        </p:blipFill>
        <p:spPr>
          <a:xfrm>
            <a:off x="5243525" y="1828650"/>
            <a:ext cx="3560400" cy="2304000"/>
          </a:xfrm>
          <a:prstGeom prst="round2SameRect">
            <a:avLst>
              <a:gd fmla="val 8192" name="adj1"/>
              <a:gd fmla="val 0" name="adj2"/>
            </a:avLst>
          </a:prstGeom>
          <a:solidFill>
            <a:srgbClr val="ECECEC"/>
          </a:solidFill>
          <a:ln>
            <a:noFill/>
          </a:ln>
        </p:spPr>
      </p:pic>
      <p:sp>
        <p:nvSpPr>
          <p:cNvPr id="358" name="Google Shape;358;p27"/>
          <p:cNvSpPr txBox="1"/>
          <p:nvPr/>
        </p:nvSpPr>
        <p:spPr>
          <a:xfrm>
            <a:off x="5427900" y="4338975"/>
            <a:ext cx="3169500" cy="26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Ручная обработка вопросов на мероприятии приводит к трату ценного времени, снижению производительности и потерям данных.</a:t>
            </a:r>
            <a:endParaRPr sz="20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7"/>
          <p:cNvSpPr txBox="1"/>
          <p:nvPr/>
        </p:nvSpPr>
        <p:spPr>
          <a:xfrm>
            <a:off x="412750" y="278800"/>
            <a:ext cx="10888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Заголовок </a:t>
            </a:r>
            <a:b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60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слайда</a:t>
            </a:r>
            <a:endParaRPr b="0" i="0" sz="60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7"/>
          <p:cNvSpPr txBox="1"/>
          <p:nvPr>
            <p:ph idx="12" type="sldNum"/>
          </p:nvPr>
        </p:nvSpPr>
        <p:spPr>
          <a:xfrm>
            <a:off x="12917099" y="7237363"/>
            <a:ext cx="314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361" name="Google Shape;361;p27"/>
          <p:cNvCxnSpPr/>
          <p:nvPr/>
        </p:nvCxnSpPr>
        <p:spPr>
          <a:xfrm rot="10800000">
            <a:off x="3314658" y="1366838"/>
            <a:ext cx="1299150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62" name="Google Shape;362;p27"/>
          <p:cNvPicPr preferRelativeResize="0"/>
          <p:nvPr/>
        </p:nvPicPr>
        <p:blipFill rotWithShape="1">
          <a:blip r:embed="rId4">
            <a:alphaModFix/>
          </a:blip>
          <a:srcRect b="34619" l="0" r="28821" t="0"/>
          <a:stretch/>
        </p:blipFill>
        <p:spPr>
          <a:xfrm>
            <a:off x="1278675" y="1792304"/>
            <a:ext cx="3169500" cy="2304000"/>
          </a:xfrm>
          <a:prstGeom prst="round2SameRect">
            <a:avLst>
              <a:gd fmla="val 8303" name="adj1"/>
              <a:gd fmla="val 0" name="adj2"/>
            </a:avLst>
          </a:prstGeom>
          <a:solidFill>
            <a:srgbClr val="ECECEC"/>
          </a:solidFill>
          <a:ln>
            <a:noFill/>
          </a:ln>
        </p:spPr>
      </p:pic>
      <p:sp>
        <p:nvSpPr>
          <p:cNvPr id="363" name="Google Shape;363;p27"/>
          <p:cNvSpPr/>
          <p:nvPr/>
        </p:nvSpPr>
        <p:spPr>
          <a:xfrm>
            <a:off x="1278675" y="1797715"/>
            <a:ext cx="3169500" cy="5292000"/>
          </a:xfrm>
          <a:prstGeom prst="roundRect">
            <a:avLst>
              <a:gd fmla="val 4809" name="adj"/>
            </a:avLst>
          </a:prstGeom>
          <a:noFill/>
          <a:ln cap="flat" cmpd="sng" w="12700">
            <a:solidFill>
              <a:srgbClr val="FF2D6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1452457" y="4290214"/>
            <a:ext cx="2679600" cy="24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Стабильное функционирование компании сильно зависит от эффективной ИТ-поддержки</a:t>
            </a:r>
            <a:endParaRPr sz="16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27"/>
          <p:cNvGrpSpPr/>
          <p:nvPr/>
        </p:nvGrpSpPr>
        <p:grpSpPr>
          <a:xfrm>
            <a:off x="9559642" y="1797324"/>
            <a:ext cx="3169500" cy="5300240"/>
            <a:chOff x="7534326" y="1937123"/>
            <a:chExt cx="3169500" cy="5300240"/>
          </a:xfrm>
        </p:grpSpPr>
        <p:pic>
          <p:nvPicPr>
            <p:cNvPr descr="https://copp05.ru/Portals/0/ModuleFiles/shutterstock_106911344_1.jpg" id="366" name="Google Shape;366;p27"/>
            <p:cNvPicPr preferRelativeResize="0"/>
            <p:nvPr/>
          </p:nvPicPr>
          <p:blipFill rotWithShape="1">
            <a:blip r:embed="rId5">
              <a:alphaModFix/>
            </a:blip>
            <a:srcRect b="23612" l="0" r="30089" t="0"/>
            <a:stretch/>
          </p:blipFill>
          <p:spPr>
            <a:xfrm>
              <a:off x="7534326" y="1937123"/>
              <a:ext cx="3162900" cy="2303700"/>
            </a:xfrm>
            <a:prstGeom prst="round2SameRect">
              <a:avLst>
                <a:gd fmla="val 8398" name="adj1"/>
                <a:gd fmla="val 0" name="adj2"/>
              </a:avLst>
            </a:prstGeom>
            <a:solidFill>
              <a:srgbClr val="ECECEC"/>
            </a:solidFill>
            <a:ln>
              <a:noFill/>
            </a:ln>
          </p:spPr>
        </p:pic>
        <p:sp>
          <p:nvSpPr>
            <p:cNvPr id="367" name="Google Shape;367;p27"/>
            <p:cNvSpPr/>
            <p:nvPr/>
          </p:nvSpPr>
          <p:spPr>
            <a:xfrm>
              <a:off x="7534326" y="1945363"/>
              <a:ext cx="3169500" cy="5292000"/>
            </a:xfrm>
            <a:prstGeom prst="roundRect">
              <a:avLst>
                <a:gd fmla="val 4809" name="adj"/>
              </a:avLst>
            </a:prstGeom>
            <a:noFill/>
            <a:ln cap="flat" cmpd="sng" w="12700">
              <a:solidFill>
                <a:srgbClr val="FF2D6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7"/>
            <p:cNvSpPr txBox="1"/>
            <p:nvPr/>
          </p:nvSpPr>
          <p:spPr>
            <a:xfrm>
              <a:off x="7708108" y="4437862"/>
              <a:ext cx="2679600" cy="24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Текст</a:t>
              </a:r>
              <a:endParaRPr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8"/>
          <p:cNvPicPr preferRelativeResize="0"/>
          <p:nvPr/>
        </p:nvPicPr>
        <p:blipFill rotWithShape="1">
          <a:blip r:embed="rId3">
            <a:alphaModFix/>
          </a:blip>
          <a:srcRect b="0" l="85379" r="0" t="0"/>
          <a:stretch/>
        </p:blipFill>
        <p:spPr>
          <a:xfrm>
            <a:off x="11338505" y="1436930"/>
            <a:ext cx="2101270" cy="612274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8"/>
          <p:cNvSpPr txBox="1"/>
          <p:nvPr>
            <p:ph idx="12" type="sldNum"/>
          </p:nvPr>
        </p:nvSpPr>
        <p:spPr>
          <a:xfrm>
            <a:off x="12917099" y="7237363"/>
            <a:ext cx="313974" cy="12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375" name="Google Shape;375;p28"/>
          <p:cNvGrpSpPr/>
          <p:nvPr/>
        </p:nvGrpSpPr>
        <p:grpSpPr>
          <a:xfrm>
            <a:off x="534707" y="2278191"/>
            <a:ext cx="5103386" cy="2884139"/>
            <a:chOff x="534707" y="2278191"/>
            <a:chExt cx="5103386" cy="2884139"/>
          </a:xfrm>
        </p:grpSpPr>
        <p:grpSp>
          <p:nvGrpSpPr>
            <p:cNvPr id="376" name="Google Shape;376;p28"/>
            <p:cNvGrpSpPr/>
            <p:nvPr/>
          </p:nvGrpSpPr>
          <p:grpSpPr>
            <a:xfrm>
              <a:off x="534707" y="2278191"/>
              <a:ext cx="5103386" cy="845369"/>
              <a:chOff x="-5743326" y="1503516"/>
              <a:chExt cx="5625537" cy="931863"/>
            </a:xfrm>
          </p:grpSpPr>
          <p:grpSp>
            <p:nvGrpSpPr>
              <p:cNvPr id="377" name="Google Shape;377;p28"/>
              <p:cNvGrpSpPr/>
              <p:nvPr/>
            </p:nvGrpSpPr>
            <p:grpSpPr>
              <a:xfrm>
                <a:off x="-5743326" y="1503516"/>
                <a:ext cx="5625537" cy="931863"/>
                <a:chOff x="413508" y="2847975"/>
                <a:chExt cx="5841792" cy="931863"/>
              </a:xfrm>
            </p:grpSpPr>
            <p:sp>
              <p:nvSpPr>
                <p:cNvPr id="378" name="Google Shape;378;p28"/>
                <p:cNvSpPr/>
                <p:nvPr/>
              </p:nvSpPr>
              <p:spPr>
                <a:xfrm>
                  <a:off x="413508" y="2847975"/>
                  <a:ext cx="5841792" cy="931863"/>
                </a:xfrm>
                <a:prstGeom prst="roundRect">
                  <a:avLst>
                    <a:gd fmla="val 12569" name="adj"/>
                  </a:avLst>
                </a:prstGeom>
                <a:noFill/>
                <a:ln cap="flat" cmpd="sng" w="12700">
                  <a:solidFill>
                    <a:srgbClr val="FF004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3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" name="Google Shape;379;p28"/>
                <p:cNvSpPr txBox="1"/>
                <p:nvPr/>
              </p:nvSpPr>
              <p:spPr>
                <a:xfrm>
                  <a:off x="1161188" y="3147977"/>
                  <a:ext cx="4596494" cy="2714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6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Текст</a:t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0" name="Google Shape;380;p28"/>
              <p:cNvSpPr txBox="1"/>
              <p:nvPr/>
            </p:nvSpPr>
            <p:spPr>
              <a:xfrm>
                <a:off x="-5504772" y="1600071"/>
                <a:ext cx="288032" cy="7387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4355">
                    <a:solidFill>
                      <a:srgbClr val="FF004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381" name="Google Shape;381;p28"/>
            <p:cNvGrpSpPr/>
            <p:nvPr/>
          </p:nvGrpSpPr>
          <p:grpSpPr>
            <a:xfrm>
              <a:off x="534707" y="3297576"/>
              <a:ext cx="5103386" cy="845369"/>
              <a:chOff x="-5743325" y="1503516"/>
              <a:chExt cx="5625538" cy="931863"/>
            </a:xfrm>
          </p:grpSpPr>
          <p:grpSp>
            <p:nvGrpSpPr>
              <p:cNvPr id="382" name="Google Shape;382;p28"/>
              <p:cNvGrpSpPr/>
              <p:nvPr/>
            </p:nvGrpSpPr>
            <p:grpSpPr>
              <a:xfrm>
                <a:off x="-5743325" y="1503516"/>
                <a:ext cx="5625538" cy="931863"/>
                <a:chOff x="413509" y="2847975"/>
                <a:chExt cx="5841795" cy="931863"/>
              </a:xfrm>
            </p:grpSpPr>
            <p:sp>
              <p:nvSpPr>
                <p:cNvPr id="383" name="Google Shape;383;p28"/>
                <p:cNvSpPr/>
                <p:nvPr/>
              </p:nvSpPr>
              <p:spPr>
                <a:xfrm>
                  <a:off x="413509" y="2847975"/>
                  <a:ext cx="5841795" cy="931863"/>
                </a:xfrm>
                <a:prstGeom prst="roundRect">
                  <a:avLst>
                    <a:gd fmla="val 12569" name="adj"/>
                  </a:avLst>
                </a:prstGeom>
                <a:noFill/>
                <a:ln cap="flat" cmpd="sng" w="12700">
                  <a:solidFill>
                    <a:srgbClr val="FF004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3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" name="Google Shape;384;p28"/>
                <p:cNvSpPr txBox="1"/>
                <p:nvPr/>
              </p:nvSpPr>
              <p:spPr>
                <a:xfrm>
                  <a:off x="1169711" y="3178200"/>
                  <a:ext cx="3869180" cy="2714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6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Текст</a:t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5" name="Google Shape;385;p28"/>
              <p:cNvSpPr txBox="1"/>
              <p:nvPr/>
            </p:nvSpPr>
            <p:spPr>
              <a:xfrm>
                <a:off x="-5504772" y="1600071"/>
                <a:ext cx="288032" cy="7387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4355">
                    <a:solidFill>
                      <a:srgbClr val="FF004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386" name="Google Shape;386;p28"/>
            <p:cNvGrpSpPr/>
            <p:nvPr/>
          </p:nvGrpSpPr>
          <p:grpSpPr>
            <a:xfrm>
              <a:off x="534707" y="4316961"/>
              <a:ext cx="5103386" cy="845369"/>
              <a:chOff x="-5743326" y="1503516"/>
              <a:chExt cx="5625538" cy="931863"/>
            </a:xfrm>
          </p:grpSpPr>
          <p:grpSp>
            <p:nvGrpSpPr>
              <p:cNvPr id="387" name="Google Shape;387;p28"/>
              <p:cNvGrpSpPr/>
              <p:nvPr/>
            </p:nvGrpSpPr>
            <p:grpSpPr>
              <a:xfrm>
                <a:off x="-5743326" y="1503516"/>
                <a:ext cx="5625538" cy="931863"/>
                <a:chOff x="413508" y="2847975"/>
                <a:chExt cx="5841795" cy="931863"/>
              </a:xfrm>
            </p:grpSpPr>
            <p:sp>
              <p:nvSpPr>
                <p:cNvPr id="388" name="Google Shape;388;p28"/>
                <p:cNvSpPr/>
                <p:nvPr/>
              </p:nvSpPr>
              <p:spPr>
                <a:xfrm>
                  <a:off x="413508" y="2847975"/>
                  <a:ext cx="5841795" cy="931863"/>
                </a:xfrm>
                <a:prstGeom prst="roundRect">
                  <a:avLst>
                    <a:gd fmla="val 12569" name="adj"/>
                  </a:avLst>
                </a:prstGeom>
                <a:noFill/>
                <a:ln cap="flat" cmpd="sng" w="12700">
                  <a:solidFill>
                    <a:srgbClr val="FF004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3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" name="Google Shape;389;p28"/>
                <p:cNvSpPr txBox="1"/>
                <p:nvPr/>
              </p:nvSpPr>
              <p:spPr>
                <a:xfrm>
                  <a:off x="1169710" y="3178199"/>
                  <a:ext cx="4846975" cy="2714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6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Текст</a:t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0" name="Google Shape;390;p28"/>
              <p:cNvSpPr txBox="1"/>
              <p:nvPr/>
            </p:nvSpPr>
            <p:spPr>
              <a:xfrm>
                <a:off x="-5504772" y="1600071"/>
                <a:ext cx="288032" cy="7387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4355">
                    <a:solidFill>
                      <a:srgbClr val="FF004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391" name="Google Shape;391;p28"/>
          <p:cNvGrpSpPr/>
          <p:nvPr/>
        </p:nvGrpSpPr>
        <p:grpSpPr>
          <a:xfrm>
            <a:off x="6195837" y="2278191"/>
            <a:ext cx="5119687" cy="1864752"/>
            <a:chOff x="6195837" y="2278193"/>
            <a:chExt cx="5119687" cy="1864752"/>
          </a:xfrm>
        </p:grpSpPr>
        <p:grpSp>
          <p:nvGrpSpPr>
            <p:cNvPr id="392" name="Google Shape;392;p28"/>
            <p:cNvGrpSpPr/>
            <p:nvPr/>
          </p:nvGrpSpPr>
          <p:grpSpPr>
            <a:xfrm>
              <a:off x="6196543" y="2278193"/>
              <a:ext cx="5118274" cy="845369"/>
              <a:chOff x="-5743325" y="1503516"/>
              <a:chExt cx="5641950" cy="931863"/>
            </a:xfrm>
          </p:grpSpPr>
          <p:grpSp>
            <p:nvGrpSpPr>
              <p:cNvPr id="393" name="Google Shape;393;p28"/>
              <p:cNvGrpSpPr/>
              <p:nvPr/>
            </p:nvGrpSpPr>
            <p:grpSpPr>
              <a:xfrm>
                <a:off x="-5743325" y="1503516"/>
                <a:ext cx="5641950" cy="931863"/>
                <a:chOff x="413509" y="2847975"/>
                <a:chExt cx="5858838" cy="931863"/>
              </a:xfrm>
            </p:grpSpPr>
            <p:sp>
              <p:nvSpPr>
                <p:cNvPr id="394" name="Google Shape;394;p28"/>
                <p:cNvSpPr/>
                <p:nvPr/>
              </p:nvSpPr>
              <p:spPr>
                <a:xfrm>
                  <a:off x="413509" y="2847975"/>
                  <a:ext cx="5858838" cy="931863"/>
                </a:xfrm>
                <a:prstGeom prst="roundRect">
                  <a:avLst>
                    <a:gd fmla="val 12569" name="adj"/>
                  </a:avLst>
                </a:prstGeom>
                <a:noFill/>
                <a:ln cap="flat" cmpd="sng" w="12700">
                  <a:solidFill>
                    <a:srgbClr val="FF004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3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" name="Google Shape;395;p28"/>
                <p:cNvSpPr txBox="1"/>
                <p:nvPr/>
              </p:nvSpPr>
              <p:spPr>
                <a:xfrm>
                  <a:off x="1178231" y="3171665"/>
                  <a:ext cx="4846977" cy="2714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6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Текст</a:t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6" name="Google Shape;396;p28"/>
              <p:cNvSpPr txBox="1"/>
              <p:nvPr/>
            </p:nvSpPr>
            <p:spPr>
              <a:xfrm>
                <a:off x="-5504772" y="1600071"/>
                <a:ext cx="288032" cy="7387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4355">
                    <a:solidFill>
                      <a:srgbClr val="FF004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397" name="Google Shape;397;p28"/>
            <p:cNvGrpSpPr/>
            <p:nvPr/>
          </p:nvGrpSpPr>
          <p:grpSpPr>
            <a:xfrm>
              <a:off x="6195837" y="3297576"/>
              <a:ext cx="5119687" cy="845369"/>
              <a:chOff x="-5743327" y="1503517"/>
              <a:chExt cx="5643507" cy="931863"/>
            </a:xfrm>
          </p:grpSpPr>
          <p:grpSp>
            <p:nvGrpSpPr>
              <p:cNvPr id="398" name="Google Shape;398;p28"/>
              <p:cNvGrpSpPr/>
              <p:nvPr/>
            </p:nvGrpSpPr>
            <p:grpSpPr>
              <a:xfrm>
                <a:off x="-5743327" y="1503517"/>
                <a:ext cx="5643507" cy="931863"/>
                <a:chOff x="413507" y="2847976"/>
                <a:chExt cx="5860454" cy="931863"/>
              </a:xfrm>
            </p:grpSpPr>
            <p:sp>
              <p:nvSpPr>
                <p:cNvPr id="399" name="Google Shape;399;p28"/>
                <p:cNvSpPr/>
                <p:nvPr/>
              </p:nvSpPr>
              <p:spPr>
                <a:xfrm>
                  <a:off x="413507" y="2847976"/>
                  <a:ext cx="5860454" cy="931863"/>
                </a:xfrm>
                <a:prstGeom prst="roundRect">
                  <a:avLst>
                    <a:gd fmla="val 12569" name="adj"/>
                  </a:avLst>
                </a:prstGeom>
                <a:noFill/>
                <a:ln cap="flat" cmpd="sng" w="12700">
                  <a:solidFill>
                    <a:srgbClr val="FF004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3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28"/>
                <p:cNvSpPr txBox="1"/>
                <p:nvPr/>
              </p:nvSpPr>
              <p:spPr>
                <a:xfrm>
                  <a:off x="1179848" y="3178201"/>
                  <a:ext cx="3947867" cy="2714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6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Текст</a:t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1" name="Google Shape;401;p28"/>
              <p:cNvSpPr txBox="1"/>
              <p:nvPr/>
            </p:nvSpPr>
            <p:spPr>
              <a:xfrm>
                <a:off x="-5504772" y="1600072"/>
                <a:ext cx="288032" cy="7387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4355">
                    <a:solidFill>
                      <a:srgbClr val="FF004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4355">
                  <a:solidFill>
                    <a:srgbClr val="FF004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2" name="Google Shape;402;p28"/>
          <p:cNvSpPr txBox="1"/>
          <p:nvPr/>
        </p:nvSpPr>
        <p:spPr>
          <a:xfrm>
            <a:off x="496253" y="1689734"/>
            <a:ext cx="40154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Подзаголовок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8"/>
          <p:cNvSpPr txBox="1"/>
          <p:nvPr/>
        </p:nvSpPr>
        <p:spPr>
          <a:xfrm>
            <a:off x="412750" y="278797"/>
            <a:ext cx="8178155" cy="1289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Заголовок </a:t>
            </a:r>
            <a:b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60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слайда</a:t>
            </a:r>
            <a:endParaRPr b="0" i="0" sz="60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28"/>
          <p:cNvCxnSpPr/>
          <p:nvPr/>
        </p:nvCxnSpPr>
        <p:spPr>
          <a:xfrm rot="10800000">
            <a:off x="3314700" y="1366838"/>
            <a:ext cx="12991458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9"/>
          <p:cNvGrpSpPr/>
          <p:nvPr/>
        </p:nvGrpSpPr>
        <p:grpSpPr>
          <a:xfrm>
            <a:off x="8500242" y="1943100"/>
            <a:ext cx="3708000" cy="1131856"/>
            <a:chOff x="8497253" y="2493396"/>
            <a:chExt cx="3708000" cy="1131856"/>
          </a:xfrm>
        </p:grpSpPr>
        <p:sp>
          <p:nvSpPr>
            <p:cNvPr id="410" name="Google Shape;410;p29"/>
            <p:cNvSpPr/>
            <p:nvPr/>
          </p:nvSpPr>
          <p:spPr>
            <a:xfrm>
              <a:off x="8497253" y="2493396"/>
              <a:ext cx="3708000" cy="1131856"/>
            </a:xfrm>
            <a:prstGeom prst="roundRect">
              <a:avLst>
                <a:gd fmla="val 14516" name="adj"/>
              </a:avLst>
            </a:prstGeom>
            <a:solidFill>
              <a:schemeClr val="lt1"/>
            </a:solidFill>
            <a:ln cap="flat" cmpd="sng" w="9525">
              <a:solidFill>
                <a:srgbClr val="D0CEC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9332330" y="2736159"/>
              <a:ext cx="20096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Текст</a:t>
              </a:r>
              <a:endParaRPr sz="1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2" name="Google Shape;41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6075" y="2270197"/>
            <a:ext cx="476553" cy="4765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p29"/>
          <p:cNvGrpSpPr/>
          <p:nvPr/>
        </p:nvGrpSpPr>
        <p:grpSpPr>
          <a:xfrm>
            <a:off x="522102" y="1943100"/>
            <a:ext cx="3708000" cy="1131856"/>
            <a:chOff x="519113" y="2493396"/>
            <a:chExt cx="3708000" cy="1131856"/>
          </a:xfrm>
        </p:grpSpPr>
        <p:sp>
          <p:nvSpPr>
            <p:cNvPr id="414" name="Google Shape;414;p29"/>
            <p:cNvSpPr/>
            <p:nvPr/>
          </p:nvSpPr>
          <p:spPr>
            <a:xfrm>
              <a:off x="519113" y="2493396"/>
              <a:ext cx="3708000" cy="1131856"/>
            </a:xfrm>
            <a:prstGeom prst="roundRect">
              <a:avLst>
                <a:gd fmla="val 14516" name="adj"/>
              </a:avLst>
            </a:prstGeom>
            <a:solidFill>
              <a:schemeClr val="lt1"/>
            </a:solidFill>
            <a:ln cap="flat" cmpd="sng" w="9525">
              <a:solidFill>
                <a:srgbClr val="D0CEC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1354190" y="2736159"/>
              <a:ext cx="24560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Текст</a:t>
              </a:r>
              <a:endParaRPr sz="1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6" name="Google Shape;41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485" y="2248641"/>
            <a:ext cx="495031" cy="4943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7" name="Google Shape;417;p29"/>
          <p:cNvGrpSpPr/>
          <p:nvPr/>
        </p:nvGrpSpPr>
        <p:grpSpPr>
          <a:xfrm>
            <a:off x="6191241" y="-2133588"/>
            <a:ext cx="4102836" cy="1110227"/>
            <a:chOff x="7681043" y="1623447"/>
            <a:chExt cx="4102836" cy="1110227"/>
          </a:xfrm>
        </p:grpSpPr>
        <p:grpSp>
          <p:nvGrpSpPr>
            <p:cNvPr id="418" name="Google Shape;418;p29"/>
            <p:cNvGrpSpPr/>
            <p:nvPr/>
          </p:nvGrpSpPr>
          <p:grpSpPr>
            <a:xfrm>
              <a:off x="7681043" y="1623447"/>
              <a:ext cx="4102836" cy="1110227"/>
              <a:chOff x="5806398" y="3106101"/>
              <a:chExt cx="4522617" cy="1223820"/>
            </a:xfrm>
          </p:grpSpPr>
          <p:sp>
            <p:nvSpPr>
              <p:cNvPr id="419" name="Google Shape;419;p29"/>
              <p:cNvSpPr/>
              <p:nvPr/>
            </p:nvSpPr>
            <p:spPr>
              <a:xfrm>
                <a:off x="6065986" y="3271567"/>
                <a:ext cx="2376988" cy="373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>
                    <a:solidFill>
                      <a:srgbClr val="FF0040"/>
                    </a:solidFill>
                    <a:latin typeface="Arial"/>
                    <a:ea typeface="Arial"/>
                    <a:cs typeface="Arial"/>
                    <a:sym typeface="Arial"/>
                  </a:rPr>
                  <a:t>Планируемый охват</a:t>
                </a:r>
                <a:endParaRPr sz="1600">
                  <a:solidFill>
                    <a:srgbClr val="FF004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29"/>
              <p:cNvSpPr/>
              <p:nvPr/>
            </p:nvSpPr>
            <p:spPr>
              <a:xfrm>
                <a:off x="5806398" y="3106101"/>
                <a:ext cx="4522617" cy="1223820"/>
              </a:xfrm>
              <a:prstGeom prst="roundRect">
                <a:avLst>
                  <a:gd fmla="val 9609" name="adj"/>
                </a:avLst>
              </a:prstGeom>
              <a:noFill/>
              <a:ln cap="flat" cmpd="sng" w="12700">
                <a:solidFill>
                  <a:srgbClr val="FF004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1" name="Google Shape;421;p29"/>
            <p:cNvSpPr/>
            <p:nvPr/>
          </p:nvSpPr>
          <p:spPr>
            <a:xfrm>
              <a:off x="7916536" y="2165076"/>
              <a:ext cx="327533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240 тыс. слушателей до 2024 год</a:t>
              </a:r>
              <a:endParaRPr/>
            </a:p>
          </p:txBody>
        </p:sp>
      </p:grpSp>
      <p:grpSp>
        <p:nvGrpSpPr>
          <p:cNvPr id="422" name="Google Shape;422;p29"/>
          <p:cNvGrpSpPr/>
          <p:nvPr/>
        </p:nvGrpSpPr>
        <p:grpSpPr>
          <a:xfrm>
            <a:off x="4506927" y="1943100"/>
            <a:ext cx="3708000" cy="1131856"/>
            <a:chOff x="4469214" y="2493396"/>
            <a:chExt cx="3708000" cy="1131856"/>
          </a:xfrm>
        </p:grpSpPr>
        <p:sp>
          <p:nvSpPr>
            <p:cNvPr id="423" name="Google Shape;423;p29"/>
            <p:cNvSpPr/>
            <p:nvPr/>
          </p:nvSpPr>
          <p:spPr>
            <a:xfrm>
              <a:off x="4469214" y="2493396"/>
              <a:ext cx="3708000" cy="1131856"/>
            </a:xfrm>
            <a:prstGeom prst="roundRect">
              <a:avLst>
                <a:gd fmla="val 14516" name="adj"/>
              </a:avLst>
            </a:prstGeom>
            <a:solidFill>
              <a:schemeClr val="lt1"/>
            </a:solidFill>
            <a:ln cap="flat" cmpd="sng" w="9525">
              <a:solidFill>
                <a:srgbClr val="D0CEC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5290416" y="2736159"/>
              <a:ext cx="27779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Текст</a:t>
              </a:r>
              <a:endParaRPr sz="1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5" name="Google Shape;425;p29"/>
          <p:cNvSpPr txBox="1"/>
          <p:nvPr>
            <p:ph idx="12" type="sldNum"/>
          </p:nvPr>
        </p:nvSpPr>
        <p:spPr>
          <a:xfrm>
            <a:off x="12917099" y="7237363"/>
            <a:ext cx="313974" cy="12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26" name="Google Shape;42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8788" y="2248641"/>
            <a:ext cx="514725" cy="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9"/>
          <p:cNvSpPr txBox="1"/>
          <p:nvPr/>
        </p:nvSpPr>
        <p:spPr>
          <a:xfrm>
            <a:off x="412750" y="278797"/>
            <a:ext cx="8178155" cy="1289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Заголовок </a:t>
            </a:r>
            <a:b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60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слайда</a:t>
            </a:r>
            <a:endParaRPr b="0" i="0" sz="60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29"/>
          <p:cNvCxnSpPr/>
          <p:nvPr/>
        </p:nvCxnSpPr>
        <p:spPr>
          <a:xfrm rot="10800000">
            <a:off x="3314700" y="1366838"/>
            <a:ext cx="12991458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0"/>
          <p:cNvSpPr txBox="1"/>
          <p:nvPr>
            <p:ph idx="12" type="sldNum"/>
          </p:nvPr>
        </p:nvSpPr>
        <p:spPr>
          <a:xfrm>
            <a:off x="12917099" y="7237363"/>
            <a:ext cx="314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34" name="Google Shape;434;p30"/>
          <p:cNvPicPr preferRelativeResize="0"/>
          <p:nvPr/>
        </p:nvPicPr>
        <p:blipFill rotWithShape="1">
          <a:blip r:embed="rId3">
            <a:alphaModFix/>
          </a:blip>
          <a:srcRect b="-140" l="22667" r="22008" t="-201"/>
          <a:stretch/>
        </p:blipFill>
        <p:spPr>
          <a:xfrm>
            <a:off x="563989" y="1950221"/>
            <a:ext cx="5112900" cy="5076900"/>
          </a:xfrm>
          <a:prstGeom prst="roundRect">
            <a:avLst>
              <a:gd fmla="val 3649" name="adj"/>
            </a:avLst>
          </a:prstGeom>
          <a:noFill/>
          <a:ln>
            <a:noFill/>
          </a:ln>
        </p:spPr>
      </p:pic>
      <p:sp>
        <p:nvSpPr>
          <p:cNvPr id="435" name="Google Shape;435;p30"/>
          <p:cNvSpPr txBox="1"/>
          <p:nvPr/>
        </p:nvSpPr>
        <p:spPr>
          <a:xfrm>
            <a:off x="6050828" y="1950221"/>
            <a:ext cx="66060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684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AutoNum type="arabicPeriod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b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AutoNum type="arabicPeriod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300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AutoNum type="arabicPeriod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/>
          </a:p>
          <a:p>
            <a:pPr indent="-342900" lvl="0" marL="342900" marR="0" rtl="0" algn="l">
              <a:spcBef>
                <a:spcPts val="300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AutoNum type="arabicPeriod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300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AutoNum type="arabicPeriod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/>
          </a:p>
          <a:p>
            <a:pPr indent="-342900" lvl="0" marL="342900" marR="0" rtl="0" algn="l">
              <a:spcBef>
                <a:spcPts val="300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AutoNum type="arabicPeriod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/>
          </a:p>
          <a:p>
            <a:pPr indent="-342900" lvl="0" marL="342900" marR="0" rtl="0" algn="l">
              <a:spcBef>
                <a:spcPts val="300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AutoNum type="arabicPeriod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/>
          </a:p>
          <a:p>
            <a:pPr indent="-342900" lvl="0" marL="342900" marR="0" rtl="0" algn="l">
              <a:spcBef>
                <a:spcPts val="3000"/>
              </a:spcBef>
              <a:spcAft>
                <a:spcPts val="0"/>
              </a:spcAft>
              <a:buClr>
                <a:srgbClr val="FF0040"/>
              </a:buClr>
              <a:buSzPts val="1800"/>
              <a:buFont typeface="Arial"/>
              <a:buAutoNum type="arabicPeriod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/>
          </a:p>
          <a:p>
            <a:pPr indent="0" lvl="0" marL="0" marR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spcBef>
                <a:spcPts val="3000"/>
              </a:spcBef>
              <a:spcAft>
                <a:spcPts val="3000"/>
              </a:spcAft>
              <a:buClr>
                <a:srgbClr val="FF004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0"/>
          <p:cNvSpPr txBox="1"/>
          <p:nvPr/>
        </p:nvSpPr>
        <p:spPr>
          <a:xfrm>
            <a:off x="482198" y="139901"/>
            <a:ext cx="107028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Заголовок</a:t>
            </a:r>
            <a:b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60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слайда</a:t>
            </a:r>
            <a:endParaRPr b="0" i="0" sz="60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30"/>
          <p:cNvCxnSpPr/>
          <p:nvPr/>
        </p:nvCxnSpPr>
        <p:spPr>
          <a:xfrm rot="10800000">
            <a:off x="3458175" y="1366838"/>
            <a:ext cx="998160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3" name="Google Shape;443;p31"/>
          <p:cNvCxnSpPr/>
          <p:nvPr/>
        </p:nvCxnSpPr>
        <p:spPr>
          <a:xfrm>
            <a:off x="744193" y="6170068"/>
            <a:ext cx="12695582" cy="0"/>
          </a:xfrm>
          <a:prstGeom prst="straightConnector1">
            <a:avLst/>
          </a:prstGeom>
          <a:noFill/>
          <a:ln cap="flat" cmpd="sng" w="28575">
            <a:solidFill>
              <a:srgbClr val="FF004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4" name="Google Shape;444;p31"/>
          <p:cNvSpPr/>
          <p:nvPr/>
        </p:nvSpPr>
        <p:spPr>
          <a:xfrm>
            <a:off x="675252" y="4139948"/>
            <a:ext cx="7759564" cy="183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ЗАГОЛОВОК </a:t>
            </a:r>
            <a:r>
              <a:rPr lang="ru-RU" sz="70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подраздела</a:t>
            </a:r>
            <a:endParaRPr/>
          </a:p>
        </p:txBody>
      </p:sp>
      <p:sp>
        <p:nvSpPr>
          <p:cNvPr id="445" name="Google Shape;445;p31"/>
          <p:cNvSpPr/>
          <p:nvPr/>
        </p:nvSpPr>
        <p:spPr>
          <a:xfrm>
            <a:off x="1321787" y="6409236"/>
            <a:ext cx="6818913" cy="794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Подзаголовок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6" name="Google Shape;4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94" y="6502398"/>
            <a:ext cx="363457" cy="36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1"/>
          <p:cNvSpPr/>
          <p:nvPr/>
        </p:nvSpPr>
        <p:spPr>
          <a:xfrm>
            <a:off x="8434815" y="-1049654"/>
            <a:ext cx="5004960" cy="9803130"/>
          </a:xfrm>
          <a:custGeom>
            <a:rect b="b" l="l" r="r" t="t"/>
            <a:pathLst>
              <a:path extrusionOk="0" h="3034" w="1549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399" y="477896"/>
            <a:ext cx="2870348" cy="298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8099" y="2869302"/>
            <a:ext cx="558361" cy="556094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2"/>
          <p:cNvSpPr txBox="1"/>
          <p:nvPr>
            <p:ph idx="12" type="sldNum"/>
          </p:nvPr>
        </p:nvSpPr>
        <p:spPr>
          <a:xfrm>
            <a:off x="12917099" y="7237363"/>
            <a:ext cx="313974" cy="12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455" name="Google Shape;455;p32"/>
          <p:cNvCxnSpPr/>
          <p:nvPr/>
        </p:nvCxnSpPr>
        <p:spPr>
          <a:xfrm rot="10800000">
            <a:off x="4477882" y="2772588"/>
            <a:ext cx="0" cy="1022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56" name="Google Shape;45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13" y="2880976"/>
            <a:ext cx="612000" cy="516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2"/>
          <p:cNvSpPr/>
          <p:nvPr/>
        </p:nvSpPr>
        <p:spPr>
          <a:xfrm>
            <a:off x="1240828" y="2871358"/>
            <a:ext cx="29388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8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2"/>
          <p:cNvSpPr/>
          <p:nvPr/>
        </p:nvSpPr>
        <p:spPr>
          <a:xfrm>
            <a:off x="9955023" y="2878257"/>
            <a:ext cx="2714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8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5613555" y="2878257"/>
            <a:ext cx="30503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8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0" name="Google Shape;460;p32"/>
          <p:cNvCxnSpPr/>
          <p:nvPr/>
        </p:nvCxnSpPr>
        <p:spPr>
          <a:xfrm rot="10800000">
            <a:off x="8861196" y="2772588"/>
            <a:ext cx="0" cy="1022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1" name="Google Shape;461;p32"/>
          <p:cNvSpPr txBox="1"/>
          <p:nvPr/>
        </p:nvSpPr>
        <p:spPr>
          <a:xfrm>
            <a:off x="496252" y="1689734"/>
            <a:ext cx="853344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Текст 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Текст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0275" y="2839291"/>
            <a:ext cx="586105" cy="58610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2"/>
          <p:cNvSpPr txBox="1"/>
          <p:nvPr/>
        </p:nvSpPr>
        <p:spPr>
          <a:xfrm>
            <a:off x="412750" y="278797"/>
            <a:ext cx="8178155" cy="1289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Заголовок</a:t>
            </a:r>
            <a:br>
              <a:rPr b="0" i="0" lang="ru-RU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60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слайда</a:t>
            </a:r>
            <a:endParaRPr b="0" i="0" sz="60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" name="Google Shape;464;p32"/>
          <p:cNvCxnSpPr/>
          <p:nvPr/>
        </p:nvCxnSpPr>
        <p:spPr>
          <a:xfrm rot="10800000">
            <a:off x="3362967" y="1366838"/>
            <a:ext cx="10076808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1942381" y="183404"/>
            <a:ext cx="90192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2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33"/>
          <p:cNvCxnSpPr/>
          <p:nvPr/>
        </p:nvCxnSpPr>
        <p:spPr>
          <a:xfrm rot="10800000">
            <a:off x="7206076" y="755505"/>
            <a:ext cx="623370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2" name="Google Shape;472;p33"/>
          <p:cNvSpPr txBox="1"/>
          <p:nvPr>
            <p:ph type="title"/>
          </p:nvPr>
        </p:nvSpPr>
        <p:spPr>
          <a:xfrm>
            <a:off x="504869" y="290289"/>
            <a:ext cx="95751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443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Слайд </a:t>
            </a:r>
            <a:r>
              <a:rPr lang="ru-RU">
                <a:solidFill>
                  <a:srgbClr val="FF0040"/>
                </a:solidFill>
              </a:rPr>
              <a:t>с таблицей</a:t>
            </a:r>
            <a:endParaRPr>
              <a:solidFill>
                <a:srgbClr val="FF0040"/>
              </a:solidFill>
            </a:endParaRPr>
          </a:p>
        </p:txBody>
      </p:sp>
      <p:graphicFrame>
        <p:nvGraphicFramePr>
          <p:cNvPr id="473" name="Google Shape;473;p33"/>
          <p:cNvGraphicFramePr/>
          <p:nvPr/>
        </p:nvGraphicFramePr>
        <p:xfrm>
          <a:off x="696036" y="1220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{C925BC9E-7E78-4B85-9246-AC26659372B5}</a:tableStyleId>
              </a:tblPr>
              <a:tblGrid>
                <a:gridCol w="689850"/>
                <a:gridCol w="1699775"/>
                <a:gridCol w="2941075"/>
                <a:gridCol w="6898600"/>
              </a:tblGrid>
              <a:tr h="358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Название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Столбец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Столбец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DFFF"/>
                    </a:solidFill>
                  </a:tcPr>
                </a:tc>
              </a:tr>
              <a:tr h="358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0900" marL="509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4" name="Google Shape;474;p33"/>
          <p:cNvSpPr txBox="1"/>
          <p:nvPr>
            <p:ph idx="12" type="sldNum"/>
          </p:nvPr>
        </p:nvSpPr>
        <p:spPr>
          <a:xfrm>
            <a:off x="12611383" y="7219479"/>
            <a:ext cx="314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/>
          <p:nvPr/>
        </p:nvSpPr>
        <p:spPr>
          <a:xfrm>
            <a:off x="1942381" y="183404"/>
            <a:ext cx="9019208" cy="627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2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p34"/>
          <p:cNvCxnSpPr/>
          <p:nvPr/>
        </p:nvCxnSpPr>
        <p:spPr>
          <a:xfrm rot="10800000">
            <a:off x="7206018" y="755505"/>
            <a:ext cx="6233758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2" name="Google Shape;482;p34"/>
          <p:cNvSpPr txBox="1"/>
          <p:nvPr>
            <p:ph type="title"/>
          </p:nvPr>
        </p:nvSpPr>
        <p:spPr>
          <a:xfrm>
            <a:off x="504869" y="290289"/>
            <a:ext cx="9574963" cy="539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443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Слайд </a:t>
            </a:r>
            <a:r>
              <a:rPr lang="ru-RU">
                <a:solidFill>
                  <a:srgbClr val="FF0040"/>
                </a:solidFill>
              </a:rPr>
              <a:t>со схемами</a:t>
            </a:r>
            <a:endParaRPr>
              <a:solidFill>
                <a:srgbClr val="FF0040"/>
              </a:solidFill>
            </a:endParaRPr>
          </a:p>
        </p:txBody>
      </p:sp>
      <p:sp>
        <p:nvSpPr>
          <p:cNvPr id="483" name="Google Shape;483;p34"/>
          <p:cNvSpPr txBox="1"/>
          <p:nvPr>
            <p:ph idx="12" type="sldNum"/>
          </p:nvPr>
        </p:nvSpPr>
        <p:spPr>
          <a:xfrm>
            <a:off x="12611383" y="7219479"/>
            <a:ext cx="313974" cy="12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484" name="Google Shape;484;p34"/>
          <p:cNvGrpSpPr/>
          <p:nvPr/>
        </p:nvGrpSpPr>
        <p:grpSpPr>
          <a:xfrm>
            <a:off x="2045390" y="2801247"/>
            <a:ext cx="9719767" cy="4180784"/>
            <a:chOff x="484645" y="2273282"/>
            <a:chExt cx="8789097" cy="3780473"/>
          </a:xfrm>
        </p:grpSpPr>
        <p:sp>
          <p:nvSpPr>
            <p:cNvPr id="485" name="Google Shape;485;p34"/>
            <p:cNvSpPr/>
            <p:nvPr/>
          </p:nvSpPr>
          <p:spPr>
            <a:xfrm>
              <a:off x="3790553" y="3462036"/>
              <a:ext cx="2392038" cy="741670"/>
            </a:xfrm>
            <a:prstGeom prst="roundRect">
              <a:avLst>
                <a:gd fmla="val 15470" name="adj"/>
              </a:avLst>
            </a:prstGeom>
            <a:solidFill>
              <a:srgbClr val="F6F6F6"/>
            </a:solidFill>
            <a:ln cap="flat" cmpd="sng" w="190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3790553" y="5312085"/>
              <a:ext cx="2392038" cy="741670"/>
            </a:xfrm>
            <a:prstGeom prst="roundRect">
              <a:avLst>
                <a:gd fmla="val 15470" name="adj"/>
              </a:avLst>
            </a:prstGeom>
            <a:solidFill>
              <a:srgbClr val="F6F6F6"/>
            </a:solidFill>
            <a:ln cap="flat" cmpd="sng" w="190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484645" y="2273282"/>
              <a:ext cx="2392038" cy="74167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4238406" y="3610261"/>
              <a:ext cx="1348188" cy="171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666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ru-RU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9" name="Google Shape;489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94901" y="3720753"/>
              <a:ext cx="1282876" cy="2242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34"/>
            <p:cNvSpPr/>
            <p:nvPr/>
          </p:nvSpPr>
          <p:spPr>
            <a:xfrm>
              <a:off x="3790553" y="2275901"/>
              <a:ext cx="2392038" cy="74167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4"/>
            <p:cNvSpPr/>
            <p:nvPr/>
          </p:nvSpPr>
          <p:spPr>
            <a:xfrm>
              <a:off x="484645" y="4260761"/>
              <a:ext cx="2392038" cy="74167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6881704" y="3462036"/>
              <a:ext cx="2392038" cy="74167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4"/>
            <p:cNvSpPr txBox="1"/>
            <p:nvPr/>
          </p:nvSpPr>
          <p:spPr>
            <a:xfrm>
              <a:off x="646181" y="2516022"/>
              <a:ext cx="2040668" cy="194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Блок 1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4"/>
            <p:cNvSpPr txBox="1"/>
            <p:nvPr/>
          </p:nvSpPr>
          <p:spPr>
            <a:xfrm>
              <a:off x="646181" y="4534189"/>
              <a:ext cx="2075047" cy="194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Блок 4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4"/>
            <p:cNvSpPr txBox="1"/>
            <p:nvPr/>
          </p:nvSpPr>
          <p:spPr>
            <a:xfrm>
              <a:off x="3980387" y="2537208"/>
              <a:ext cx="2054030" cy="194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ru-RU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Блок 2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4"/>
            <p:cNvSpPr txBox="1"/>
            <p:nvPr/>
          </p:nvSpPr>
          <p:spPr>
            <a:xfrm>
              <a:off x="7030444" y="3706756"/>
              <a:ext cx="2099982" cy="194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Блок 3</a:t>
              </a:r>
              <a:endPara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7" name="Google Shape;497;p34"/>
            <p:cNvCxnSpPr>
              <a:stCxn id="487" idx="3"/>
              <a:endCxn id="485" idx="1"/>
            </p:cNvCxnSpPr>
            <p:nvPr/>
          </p:nvCxnSpPr>
          <p:spPr>
            <a:xfrm>
              <a:off x="2876683" y="2644117"/>
              <a:ext cx="913800" cy="1188900"/>
            </a:xfrm>
            <a:prstGeom prst="bentConnector3">
              <a:avLst>
                <a:gd fmla="val 50000" name="adj1"/>
              </a:avLst>
            </a:prstGeom>
            <a:noFill/>
            <a:ln cap="flat" cmpd="sng" w="15875">
              <a:solidFill>
                <a:srgbClr val="FF004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98" name="Google Shape;498;p34"/>
            <p:cNvCxnSpPr>
              <a:stCxn id="491" idx="3"/>
              <a:endCxn id="486" idx="1"/>
            </p:cNvCxnSpPr>
            <p:nvPr/>
          </p:nvCxnSpPr>
          <p:spPr>
            <a:xfrm>
              <a:off x="2876683" y="4631596"/>
              <a:ext cx="913800" cy="1051200"/>
            </a:xfrm>
            <a:prstGeom prst="bentConnector3">
              <a:avLst>
                <a:gd fmla="val 50000" name="adj1"/>
              </a:avLst>
            </a:prstGeom>
            <a:noFill/>
            <a:ln cap="flat" cmpd="sng" w="15875">
              <a:solidFill>
                <a:srgbClr val="FF004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99" name="Google Shape;499;p34"/>
            <p:cNvCxnSpPr/>
            <p:nvPr/>
          </p:nvCxnSpPr>
          <p:spPr>
            <a:xfrm rot="10800000">
              <a:off x="6182591" y="3832871"/>
              <a:ext cx="699113" cy="0"/>
            </a:xfrm>
            <a:prstGeom prst="straightConnector1">
              <a:avLst/>
            </a:prstGeom>
            <a:noFill/>
            <a:ln cap="flat" cmpd="sng" w="15875">
              <a:solidFill>
                <a:srgbClr val="FF004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00" name="Google Shape;500;p34"/>
            <p:cNvCxnSpPr>
              <a:stCxn id="490" idx="2"/>
              <a:endCxn id="485" idx="0"/>
            </p:cNvCxnSpPr>
            <p:nvPr/>
          </p:nvCxnSpPr>
          <p:spPr>
            <a:xfrm>
              <a:off x="4986572" y="3017571"/>
              <a:ext cx="0" cy="444600"/>
            </a:xfrm>
            <a:prstGeom prst="straightConnector1">
              <a:avLst/>
            </a:prstGeom>
            <a:noFill/>
            <a:ln cap="flat" cmpd="sng" w="15875">
              <a:solidFill>
                <a:srgbClr val="FF004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01" name="Google Shape;501;p34"/>
            <p:cNvCxnSpPr>
              <a:stCxn id="486" idx="0"/>
            </p:cNvCxnSpPr>
            <p:nvPr/>
          </p:nvCxnSpPr>
          <p:spPr>
            <a:xfrm rot="10800000">
              <a:off x="4986572" y="4260885"/>
              <a:ext cx="0" cy="1051200"/>
            </a:xfrm>
            <a:prstGeom prst="straightConnector1">
              <a:avLst/>
            </a:prstGeom>
            <a:noFill/>
            <a:ln cap="flat" cmpd="sng" w="15875">
              <a:solidFill>
                <a:srgbClr val="FF004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pic>
          <p:nvPicPr>
            <p:cNvPr id="502" name="Google Shape;502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45134" y="5583238"/>
              <a:ext cx="1282876" cy="2242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3" name="Google Shape;503;p34"/>
          <p:cNvSpPr txBox="1"/>
          <p:nvPr/>
        </p:nvSpPr>
        <p:spPr>
          <a:xfrm>
            <a:off x="579545" y="1213686"/>
            <a:ext cx="561708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Вводный текст, лучше</a:t>
            </a:r>
            <a:r>
              <a:rPr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всего в 2 колонки его писать, чтобы отражалась основная мысль, которая в дальнейшем раскрывается при помощи схематичного изображения</a:t>
            </a:r>
            <a:endParaRPr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4"/>
          <p:cNvSpPr txBox="1"/>
          <p:nvPr/>
        </p:nvSpPr>
        <p:spPr>
          <a:xfrm>
            <a:off x="6968470" y="1244546"/>
            <a:ext cx="564291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Вводный текст, лучше</a:t>
            </a:r>
            <a:r>
              <a:rPr b="0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всего в 2 колонки его писать, чтобы отражалась основная мысль, которая в дальнейшем раскрывается при помощи схематичного изображения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0" name="Google Shape;510;p35"/>
          <p:cNvCxnSpPr/>
          <p:nvPr/>
        </p:nvCxnSpPr>
        <p:spPr>
          <a:xfrm rot="10800000">
            <a:off x="4440975" y="1392397"/>
            <a:ext cx="899880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1" name="Google Shape;511;p35"/>
          <p:cNvSpPr txBox="1"/>
          <p:nvPr>
            <p:ph type="title"/>
          </p:nvPr>
        </p:nvSpPr>
        <p:spPr>
          <a:xfrm>
            <a:off x="504869" y="289709"/>
            <a:ext cx="95562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ru-RU"/>
              <a:t>Слайд с пунктами</a:t>
            </a:r>
            <a:br>
              <a:rPr lang="ru-RU"/>
            </a:br>
            <a:r>
              <a:rPr lang="ru-RU">
                <a:solidFill>
                  <a:srgbClr val="FF0040"/>
                </a:solidFill>
              </a:rPr>
              <a:t>и иконками</a:t>
            </a:r>
            <a:r>
              <a:rPr lang="ru-RU"/>
              <a:t> </a:t>
            </a:r>
            <a:endParaRPr>
              <a:solidFill>
                <a:srgbClr val="FF0040"/>
              </a:solidFill>
            </a:endParaRPr>
          </a:p>
        </p:txBody>
      </p:sp>
      <p:sp>
        <p:nvSpPr>
          <p:cNvPr id="512" name="Google Shape;512;p35"/>
          <p:cNvSpPr txBox="1"/>
          <p:nvPr>
            <p:ph idx="12" type="sldNum"/>
          </p:nvPr>
        </p:nvSpPr>
        <p:spPr>
          <a:xfrm>
            <a:off x="12611383" y="7219479"/>
            <a:ext cx="314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13" name="Google Shape;513;p35"/>
          <p:cNvSpPr/>
          <p:nvPr/>
        </p:nvSpPr>
        <p:spPr>
          <a:xfrm>
            <a:off x="504870" y="1654581"/>
            <a:ext cx="12665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Вводный текст, лучше всего в 2 колонки его писать, чтобы отражалась основная мысль, которая в дальнейшем раскрывается при помощи схематичного изображения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4" name="Google Shape;514;p35"/>
          <p:cNvGrpSpPr/>
          <p:nvPr/>
        </p:nvGrpSpPr>
        <p:grpSpPr>
          <a:xfrm>
            <a:off x="466131" y="2670838"/>
            <a:ext cx="6089170" cy="1109028"/>
            <a:chOff x="413508" y="2847975"/>
            <a:chExt cx="4931700" cy="931800"/>
          </a:xfrm>
        </p:grpSpPr>
        <p:sp>
          <p:nvSpPr>
            <p:cNvPr id="515" name="Google Shape;515;p35"/>
            <p:cNvSpPr/>
            <p:nvPr/>
          </p:nvSpPr>
          <p:spPr>
            <a:xfrm>
              <a:off x="413508" y="2847975"/>
              <a:ext cx="4931700" cy="931800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5"/>
            <p:cNvSpPr txBox="1"/>
            <p:nvPr/>
          </p:nvSpPr>
          <p:spPr>
            <a:xfrm>
              <a:off x="1507166" y="2967657"/>
              <a:ext cx="38226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Подзаголовок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Текст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7" name="Google Shape;517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9191" y="3042240"/>
              <a:ext cx="572379" cy="5798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8" name="Google Shape;518;p35"/>
          <p:cNvGrpSpPr/>
          <p:nvPr/>
        </p:nvGrpSpPr>
        <p:grpSpPr>
          <a:xfrm>
            <a:off x="466130" y="4101228"/>
            <a:ext cx="6089170" cy="1176025"/>
            <a:chOff x="413508" y="3962400"/>
            <a:chExt cx="4931700" cy="931800"/>
          </a:xfrm>
        </p:grpSpPr>
        <p:sp>
          <p:nvSpPr>
            <p:cNvPr id="519" name="Google Shape;519;p35"/>
            <p:cNvSpPr/>
            <p:nvPr/>
          </p:nvSpPr>
          <p:spPr>
            <a:xfrm>
              <a:off x="413508" y="3962400"/>
              <a:ext cx="4931700" cy="931800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0" name="Google Shape;520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7098" y="4246873"/>
              <a:ext cx="516564" cy="4079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1" name="Google Shape;521;p35"/>
          <p:cNvGrpSpPr/>
          <p:nvPr/>
        </p:nvGrpSpPr>
        <p:grpSpPr>
          <a:xfrm>
            <a:off x="466130" y="5584150"/>
            <a:ext cx="6089170" cy="1299395"/>
            <a:chOff x="413508" y="5076825"/>
            <a:chExt cx="4931700" cy="931800"/>
          </a:xfrm>
        </p:grpSpPr>
        <p:sp>
          <p:nvSpPr>
            <p:cNvPr id="522" name="Google Shape;522;p35"/>
            <p:cNvSpPr/>
            <p:nvPr/>
          </p:nvSpPr>
          <p:spPr>
            <a:xfrm>
              <a:off x="413508" y="5076825"/>
              <a:ext cx="4931700" cy="931800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3" name="Google Shape;523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7573" y="5288751"/>
              <a:ext cx="467355" cy="4673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" name="Google Shape;524;p35"/>
          <p:cNvGrpSpPr/>
          <p:nvPr/>
        </p:nvGrpSpPr>
        <p:grpSpPr>
          <a:xfrm>
            <a:off x="6892910" y="4080454"/>
            <a:ext cx="6152296" cy="1196524"/>
            <a:chOff x="413508" y="2847975"/>
            <a:chExt cx="4931700" cy="931800"/>
          </a:xfrm>
        </p:grpSpPr>
        <p:sp>
          <p:nvSpPr>
            <p:cNvPr id="525" name="Google Shape;525;p35"/>
            <p:cNvSpPr/>
            <p:nvPr/>
          </p:nvSpPr>
          <p:spPr>
            <a:xfrm>
              <a:off x="413508" y="2847975"/>
              <a:ext cx="4931700" cy="931800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6" name="Google Shape;526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9191" y="3042240"/>
              <a:ext cx="572379" cy="5798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7" name="Google Shape;527;p35"/>
          <p:cNvGrpSpPr/>
          <p:nvPr/>
        </p:nvGrpSpPr>
        <p:grpSpPr>
          <a:xfrm>
            <a:off x="6892910" y="5584165"/>
            <a:ext cx="6152296" cy="1299395"/>
            <a:chOff x="413508" y="3962400"/>
            <a:chExt cx="4931700" cy="931800"/>
          </a:xfrm>
        </p:grpSpPr>
        <p:sp>
          <p:nvSpPr>
            <p:cNvPr id="528" name="Google Shape;528;p35"/>
            <p:cNvSpPr/>
            <p:nvPr/>
          </p:nvSpPr>
          <p:spPr>
            <a:xfrm>
              <a:off x="413508" y="3962400"/>
              <a:ext cx="4931700" cy="931800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9" name="Google Shape;529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7098" y="4246873"/>
              <a:ext cx="516564" cy="4079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0" name="Google Shape;530;p35"/>
          <p:cNvGrpSpPr/>
          <p:nvPr/>
        </p:nvGrpSpPr>
        <p:grpSpPr>
          <a:xfrm>
            <a:off x="6876812" y="2670817"/>
            <a:ext cx="6168077" cy="1102972"/>
            <a:chOff x="413508" y="6191250"/>
            <a:chExt cx="4931700" cy="931800"/>
          </a:xfrm>
        </p:grpSpPr>
        <p:sp>
          <p:nvSpPr>
            <p:cNvPr id="531" name="Google Shape;531;p35"/>
            <p:cNvSpPr/>
            <p:nvPr/>
          </p:nvSpPr>
          <p:spPr>
            <a:xfrm>
              <a:off x="413508" y="6191250"/>
              <a:ext cx="4931700" cy="931800"/>
            </a:xfrm>
            <a:prstGeom prst="roundRect">
              <a:avLst>
                <a:gd fmla="val 12569" name="adj"/>
              </a:avLst>
            </a:prstGeom>
            <a:noFill/>
            <a:ln cap="flat" cmpd="sng" w="12700">
              <a:solidFill>
                <a:srgbClr val="FF004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2" name="Google Shape;532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9191" y="6479967"/>
              <a:ext cx="497412" cy="37803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33" name="Google Shape;533;p35"/>
          <p:cNvCxnSpPr/>
          <p:nvPr/>
        </p:nvCxnSpPr>
        <p:spPr>
          <a:xfrm>
            <a:off x="1786731" y="-95777"/>
            <a:ext cx="0" cy="62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4" name="Google Shape;534;p35"/>
          <p:cNvSpPr txBox="1"/>
          <p:nvPr/>
        </p:nvSpPr>
        <p:spPr>
          <a:xfrm>
            <a:off x="1748238" y="4271354"/>
            <a:ext cx="471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Подзаголовок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5"/>
          <p:cNvSpPr txBox="1"/>
          <p:nvPr/>
        </p:nvSpPr>
        <p:spPr>
          <a:xfrm>
            <a:off x="1695287" y="5774729"/>
            <a:ext cx="471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Подзаголовок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5"/>
          <p:cNvSpPr txBox="1"/>
          <p:nvPr/>
        </p:nvSpPr>
        <p:spPr>
          <a:xfrm>
            <a:off x="8156327" y="2788053"/>
            <a:ext cx="471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Подзаголовок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5"/>
          <p:cNvSpPr txBox="1"/>
          <p:nvPr/>
        </p:nvSpPr>
        <p:spPr>
          <a:xfrm>
            <a:off x="8205329" y="4220979"/>
            <a:ext cx="471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Подзаголовок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5"/>
          <p:cNvSpPr txBox="1"/>
          <p:nvPr/>
        </p:nvSpPr>
        <p:spPr>
          <a:xfrm>
            <a:off x="8156327" y="5747688"/>
            <a:ext cx="471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Подзаголовок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4" name="Google Shape;544;p36"/>
          <p:cNvCxnSpPr/>
          <p:nvPr/>
        </p:nvCxnSpPr>
        <p:spPr>
          <a:xfrm rot="10800000">
            <a:off x="8817781" y="1110492"/>
            <a:ext cx="459900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5" name="Google Shape;545;p36"/>
          <p:cNvSpPr txBox="1"/>
          <p:nvPr>
            <p:ph type="title"/>
          </p:nvPr>
        </p:nvSpPr>
        <p:spPr>
          <a:xfrm>
            <a:off x="573258" y="236754"/>
            <a:ext cx="81783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443"/>
              <a:buFont typeface="Arial"/>
              <a:buNone/>
            </a:pPr>
            <a:r>
              <a:rPr lang="ru-RU"/>
              <a:t>Слайд </a:t>
            </a:r>
            <a:r>
              <a:rPr lang="ru-RU">
                <a:solidFill>
                  <a:srgbClr val="FF0040"/>
                </a:solidFill>
              </a:rPr>
              <a:t>с диаграммами</a:t>
            </a:r>
            <a:endParaRPr>
              <a:solidFill>
                <a:srgbClr val="FF0040"/>
              </a:solidFill>
            </a:endParaRPr>
          </a:p>
        </p:txBody>
      </p:sp>
      <p:sp>
        <p:nvSpPr>
          <p:cNvPr id="546" name="Google Shape;546;p36"/>
          <p:cNvSpPr txBox="1"/>
          <p:nvPr>
            <p:ph idx="12" type="sldNum"/>
          </p:nvPr>
        </p:nvSpPr>
        <p:spPr>
          <a:xfrm>
            <a:off x="12611383" y="7219479"/>
            <a:ext cx="314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7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36"/>
          <p:cNvCxnSpPr/>
          <p:nvPr/>
        </p:nvCxnSpPr>
        <p:spPr>
          <a:xfrm rot="10800000">
            <a:off x="-2426974" y="3729780"/>
            <a:ext cx="216300" cy="236400"/>
          </a:xfrm>
          <a:prstGeom prst="straightConnector1">
            <a:avLst/>
          </a:prstGeom>
          <a:noFill/>
          <a:ln cap="flat" cmpd="sng" w="9525">
            <a:solidFill>
              <a:srgbClr val="FF004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descr="preencoded.png" id="548" name="Google Shape;548;p36"/>
          <p:cNvGrpSpPr/>
          <p:nvPr/>
        </p:nvGrpSpPr>
        <p:grpSpPr>
          <a:xfrm>
            <a:off x="1806628" y="2513371"/>
            <a:ext cx="2855967" cy="3003331"/>
            <a:chOff x="4497432" y="2223180"/>
            <a:chExt cx="1727643" cy="1816787"/>
          </a:xfrm>
        </p:grpSpPr>
        <p:sp>
          <p:nvSpPr>
            <p:cNvPr id="549" name="Google Shape;549;p36"/>
            <p:cNvSpPr/>
            <p:nvPr/>
          </p:nvSpPr>
          <p:spPr>
            <a:xfrm>
              <a:off x="4652477" y="4034267"/>
              <a:ext cx="1351105" cy="5700"/>
            </a:xfrm>
            <a:custGeom>
              <a:rect b="b" l="l" r="r" t="t"/>
              <a:pathLst>
                <a:path extrusionOk="0" h="120000" w="1351105">
                  <a:moveTo>
                    <a:pt x="2048" y="44379"/>
                  </a:moveTo>
                  <a:lnTo>
                    <a:pt x="1353154" y="44379"/>
                  </a:lnTo>
                </a:path>
              </a:pathLst>
            </a:custGeom>
            <a:noFill/>
            <a:ln cap="flat" cmpd="sng" w="9525">
              <a:solidFill>
                <a:srgbClr val="707C8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5161551" y="3374789"/>
              <a:ext cx="332239" cy="660884"/>
            </a:xfrm>
            <a:custGeom>
              <a:rect b="b" l="l" r="r" t="t"/>
              <a:pathLst>
                <a:path extrusionOk="0" h="660884" w="332239">
                  <a:moveTo>
                    <a:pt x="334645" y="2413"/>
                  </a:moveTo>
                  <a:lnTo>
                    <a:pt x="2406" y="2413"/>
                  </a:lnTo>
                  <a:lnTo>
                    <a:pt x="2406" y="663298"/>
                  </a:lnTo>
                  <a:lnTo>
                    <a:pt x="334645" y="663298"/>
                  </a:lnTo>
                  <a:lnTo>
                    <a:pt x="334645" y="2413"/>
                  </a:lnTo>
                  <a:close/>
                </a:path>
              </a:pathLst>
            </a:custGeom>
            <a:solidFill>
              <a:srgbClr val="9397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5615612" y="2708350"/>
              <a:ext cx="332239" cy="1327322"/>
            </a:xfrm>
            <a:custGeom>
              <a:rect b="b" l="l" r="r" t="t"/>
              <a:pathLst>
                <a:path extrusionOk="0" h="1327322" w="332239">
                  <a:moveTo>
                    <a:pt x="334645" y="2413"/>
                  </a:moveTo>
                  <a:lnTo>
                    <a:pt x="2406" y="2413"/>
                  </a:lnTo>
                  <a:lnTo>
                    <a:pt x="2406" y="1329736"/>
                  </a:lnTo>
                  <a:lnTo>
                    <a:pt x="334645" y="1329736"/>
                  </a:lnTo>
                  <a:lnTo>
                    <a:pt x="334645" y="2413"/>
                  </a:lnTo>
                  <a:close/>
                </a:path>
              </a:pathLst>
            </a:custGeom>
            <a:solidFill>
              <a:srgbClr val="9397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4707491" y="3691347"/>
              <a:ext cx="332239" cy="344326"/>
            </a:xfrm>
            <a:custGeom>
              <a:rect b="b" l="l" r="r" t="t"/>
              <a:pathLst>
                <a:path extrusionOk="0" h="344326" w="332239">
                  <a:moveTo>
                    <a:pt x="2406" y="2413"/>
                  </a:moveTo>
                  <a:lnTo>
                    <a:pt x="334646" y="2413"/>
                  </a:lnTo>
                  <a:lnTo>
                    <a:pt x="334646" y="346740"/>
                  </a:lnTo>
                  <a:lnTo>
                    <a:pt x="2406" y="346740"/>
                  </a:lnTo>
                  <a:lnTo>
                    <a:pt x="2406" y="2413"/>
                  </a:lnTo>
                  <a:close/>
                </a:path>
              </a:pathLst>
            </a:custGeom>
            <a:solidFill>
              <a:srgbClr val="9397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4497432" y="2223180"/>
              <a:ext cx="1727643" cy="5700"/>
            </a:xfrm>
            <a:custGeom>
              <a:rect b="b" l="l" r="r" t="t"/>
              <a:pathLst>
                <a:path extrusionOk="0" h="120000" w="1727643">
                  <a:moveTo>
                    <a:pt x="2047" y="44379"/>
                  </a:moveTo>
                  <a:lnTo>
                    <a:pt x="1729691" y="44379"/>
                  </a:lnTo>
                </a:path>
              </a:pathLst>
            </a:custGeom>
            <a:noFill/>
            <a:ln cap="flat" cmpd="sng" w="9525">
              <a:solidFill>
                <a:srgbClr val="707C8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preencoded.png" id="554" name="Google Shape;554;p36"/>
          <p:cNvGrpSpPr/>
          <p:nvPr/>
        </p:nvGrpSpPr>
        <p:grpSpPr>
          <a:xfrm>
            <a:off x="8196426" y="2513372"/>
            <a:ext cx="2855967" cy="3003331"/>
            <a:chOff x="8362774" y="2223181"/>
            <a:chExt cx="1727643" cy="1816787"/>
          </a:xfrm>
        </p:grpSpPr>
        <p:sp>
          <p:nvSpPr>
            <p:cNvPr id="555" name="Google Shape;555;p36"/>
            <p:cNvSpPr/>
            <p:nvPr/>
          </p:nvSpPr>
          <p:spPr>
            <a:xfrm>
              <a:off x="8517819" y="4034268"/>
              <a:ext cx="1351105" cy="5700"/>
            </a:xfrm>
            <a:custGeom>
              <a:rect b="b" l="l" r="r" t="t"/>
              <a:pathLst>
                <a:path extrusionOk="0" h="120000" w="1351105">
                  <a:moveTo>
                    <a:pt x="2048" y="44379"/>
                  </a:moveTo>
                  <a:lnTo>
                    <a:pt x="1353154" y="44379"/>
                  </a:lnTo>
                </a:path>
              </a:pathLst>
            </a:custGeom>
            <a:noFill/>
            <a:ln cap="flat" cmpd="sng" w="9525">
              <a:solidFill>
                <a:srgbClr val="707C8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9026893" y="3174858"/>
              <a:ext cx="332239" cy="860815"/>
            </a:xfrm>
            <a:custGeom>
              <a:rect b="b" l="l" r="r" t="t"/>
              <a:pathLst>
                <a:path extrusionOk="0" h="860815" w="332239">
                  <a:moveTo>
                    <a:pt x="334645" y="2413"/>
                  </a:moveTo>
                  <a:lnTo>
                    <a:pt x="2406" y="2413"/>
                  </a:lnTo>
                  <a:lnTo>
                    <a:pt x="2406" y="863229"/>
                  </a:lnTo>
                  <a:lnTo>
                    <a:pt x="334645" y="863229"/>
                  </a:lnTo>
                  <a:lnTo>
                    <a:pt x="334645" y="2413"/>
                  </a:lnTo>
                  <a:close/>
                </a:path>
              </a:pathLst>
            </a:custGeom>
            <a:solidFill>
              <a:srgbClr val="FFA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9480954" y="3113768"/>
              <a:ext cx="332239" cy="921906"/>
            </a:xfrm>
            <a:custGeom>
              <a:rect b="b" l="l" r="r" t="t"/>
              <a:pathLst>
                <a:path extrusionOk="0" h="921906" w="332239">
                  <a:moveTo>
                    <a:pt x="334645" y="2413"/>
                  </a:moveTo>
                  <a:lnTo>
                    <a:pt x="2406" y="2413"/>
                  </a:lnTo>
                  <a:lnTo>
                    <a:pt x="2406" y="924320"/>
                  </a:lnTo>
                  <a:lnTo>
                    <a:pt x="334645" y="924320"/>
                  </a:lnTo>
                  <a:lnTo>
                    <a:pt x="334645" y="2413"/>
                  </a:lnTo>
                  <a:close/>
                </a:path>
              </a:pathLst>
            </a:custGeom>
            <a:solidFill>
              <a:srgbClr val="FFA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8572833" y="2847193"/>
              <a:ext cx="332239" cy="1188481"/>
            </a:xfrm>
            <a:custGeom>
              <a:rect b="b" l="l" r="r" t="t"/>
              <a:pathLst>
                <a:path extrusionOk="0" h="1188481" w="332239">
                  <a:moveTo>
                    <a:pt x="2406" y="2413"/>
                  </a:moveTo>
                  <a:lnTo>
                    <a:pt x="334646" y="2413"/>
                  </a:lnTo>
                  <a:lnTo>
                    <a:pt x="334646" y="1190895"/>
                  </a:lnTo>
                  <a:lnTo>
                    <a:pt x="2406" y="1190895"/>
                  </a:lnTo>
                  <a:lnTo>
                    <a:pt x="2406" y="2413"/>
                  </a:lnTo>
                  <a:close/>
                </a:path>
              </a:pathLst>
            </a:custGeom>
            <a:solidFill>
              <a:srgbClr val="FFA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8362774" y="2223181"/>
              <a:ext cx="1727643" cy="5700"/>
            </a:xfrm>
            <a:custGeom>
              <a:rect b="b" l="l" r="r" t="t"/>
              <a:pathLst>
                <a:path extrusionOk="0" h="120000" w="1727643">
                  <a:moveTo>
                    <a:pt x="2047" y="44379"/>
                  </a:moveTo>
                  <a:lnTo>
                    <a:pt x="1729691" y="44379"/>
                  </a:lnTo>
                </a:path>
              </a:pathLst>
            </a:custGeom>
            <a:noFill/>
            <a:ln cap="flat" cmpd="sng" w="9525">
              <a:solidFill>
                <a:srgbClr val="707C8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preencoded.png" id="560" name="Google Shape;560;p36"/>
          <p:cNvGrpSpPr/>
          <p:nvPr/>
        </p:nvGrpSpPr>
        <p:grpSpPr>
          <a:xfrm>
            <a:off x="5001527" y="2513373"/>
            <a:ext cx="2855967" cy="3006250"/>
            <a:chOff x="6430103" y="2223181"/>
            <a:chExt cx="1727643" cy="1818553"/>
          </a:xfrm>
        </p:grpSpPr>
        <p:sp>
          <p:nvSpPr>
            <p:cNvPr id="561" name="Google Shape;561;p36"/>
            <p:cNvSpPr/>
            <p:nvPr/>
          </p:nvSpPr>
          <p:spPr>
            <a:xfrm>
              <a:off x="6585148" y="4036034"/>
              <a:ext cx="1351105" cy="5700"/>
            </a:xfrm>
            <a:custGeom>
              <a:rect b="b" l="l" r="r" t="t"/>
              <a:pathLst>
                <a:path extrusionOk="0" h="120000" w="1351105">
                  <a:moveTo>
                    <a:pt x="2048" y="44379"/>
                  </a:moveTo>
                  <a:lnTo>
                    <a:pt x="1353154" y="44379"/>
                  </a:lnTo>
                </a:path>
              </a:pathLst>
            </a:custGeom>
            <a:noFill/>
            <a:ln cap="flat" cmpd="sng" w="9525">
              <a:solidFill>
                <a:srgbClr val="707C8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6"/>
            <p:cNvSpPr/>
            <p:nvPr/>
          </p:nvSpPr>
          <p:spPr>
            <a:xfrm>
              <a:off x="7094222" y="3358128"/>
              <a:ext cx="332239" cy="677545"/>
            </a:xfrm>
            <a:custGeom>
              <a:rect b="b" l="l" r="r" t="t"/>
              <a:pathLst>
                <a:path extrusionOk="0" h="677545" w="332239">
                  <a:moveTo>
                    <a:pt x="334645" y="2413"/>
                  </a:moveTo>
                  <a:lnTo>
                    <a:pt x="2406" y="2413"/>
                  </a:lnTo>
                  <a:lnTo>
                    <a:pt x="2406" y="679959"/>
                  </a:lnTo>
                  <a:lnTo>
                    <a:pt x="334645" y="679959"/>
                  </a:lnTo>
                  <a:lnTo>
                    <a:pt x="334645" y="2413"/>
                  </a:lnTo>
                  <a:close/>
                </a:path>
              </a:pathLst>
            </a:custGeom>
            <a:solidFill>
              <a:srgbClr val="F3767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6"/>
            <p:cNvSpPr/>
            <p:nvPr/>
          </p:nvSpPr>
          <p:spPr>
            <a:xfrm>
              <a:off x="7548283" y="3219287"/>
              <a:ext cx="332239" cy="816386"/>
            </a:xfrm>
            <a:custGeom>
              <a:rect b="b" l="l" r="r" t="t"/>
              <a:pathLst>
                <a:path extrusionOk="0" h="816386" w="332239">
                  <a:moveTo>
                    <a:pt x="334645" y="2413"/>
                  </a:moveTo>
                  <a:lnTo>
                    <a:pt x="2406" y="2413"/>
                  </a:lnTo>
                  <a:lnTo>
                    <a:pt x="2406" y="818800"/>
                  </a:lnTo>
                  <a:lnTo>
                    <a:pt x="334645" y="818800"/>
                  </a:lnTo>
                  <a:lnTo>
                    <a:pt x="334645" y="2413"/>
                  </a:lnTo>
                  <a:close/>
                </a:path>
              </a:pathLst>
            </a:custGeom>
            <a:solidFill>
              <a:srgbClr val="F3767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6"/>
            <p:cNvSpPr/>
            <p:nvPr/>
          </p:nvSpPr>
          <p:spPr>
            <a:xfrm>
              <a:off x="6640162" y="2869407"/>
              <a:ext cx="332239" cy="1166266"/>
            </a:xfrm>
            <a:custGeom>
              <a:rect b="b" l="l" r="r" t="t"/>
              <a:pathLst>
                <a:path extrusionOk="0" h="1166266" w="332239">
                  <a:moveTo>
                    <a:pt x="2406" y="2413"/>
                  </a:moveTo>
                  <a:lnTo>
                    <a:pt x="334646" y="2413"/>
                  </a:lnTo>
                  <a:lnTo>
                    <a:pt x="334646" y="1168680"/>
                  </a:lnTo>
                  <a:lnTo>
                    <a:pt x="2406" y="1168680"/>
                  </a:lnTo>
                  <a:lnTo>
                    <a:pt x="2406" y="2413"/>
                  </a:lnTo>
                  <a:close/>
                </a:path>
              </a:pathLst>
            </a:custGeom>
            <a:solidFill>
              <a:srgbClr val="F3767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6"/>
            <p:cNvSpPr/>
            <p:nvPr/>
          </p:nvSpPr>
          <p:spPr>
            <a:xfrm>
              <a:off x="6430103" y="2223181"/>
              <a:ext cx="1727643" cy="5700"/>
            </a:xfrm>
            <a:custGeom>
              <a:rect b="b" l="l" r="r" t="t"/>
              <a:pathLst>
                <a:path extrusionOk="0" h="120000" w="1727643">
                  <a:moveTo>
                    <a:pt x="2047" y="44379"/>
                  </a:moveTo>
                  <a:lnTo>
                    <a:pt x="1729691" y="44379"/>
                  </a:lnTo>
                </a:path>
              </a:pathLst>
            </a:custGeom>
            <a:noFill/>
            <a:ln cap="flat" cmpd="sng" w="9525">
              <a:solidFill>
                <a:srgbClr val="707C8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6" name="Google Shape;566;p36"/>
          <p:cNvSpPr/>
          <p:nvPr/>
        </p:nvSpPr>
        <p:spPr>
          <a:xfrm>
            <a:off x="2202193" y="5596043"/>
            <a:ext cx="4119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2019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6"/>
          <p:cNvSpPr/>
          <p:nvPr/>
        </p:nvSpPr>
        <p:spPr>
          <a:xfrm>
            <a:off x="2945812" y="5596043"/>
            <a:ext cx="4437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6"/>
          <p:cNvSpPr/>
          <p:nvPr/>
        </p:nvSpPr>
        <p:spPr>
          <a:xfrm>
            <a:off x="3716984" y="5596043"/>
            <a:ext cx="3960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6"/>
          <p:cNvSpPr/>
          <p:nvPr/>
        </p:nvSpPr>
        <p:spPr>
          <a:xfrm>
            <a:off x="2290974" y="4759283"/>
            <a:ext cx="9192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188,1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6"/>
          <p:cNvSpPr/>
          <p:nvPr/>
        </p:nvSpPr>
        <p:spPr>
          <a:xfrm>
            <a:off x="3027511" y="4255368"/>
            <a:ext cx="9360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344,1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6"/>
          <p:cNvSpPr/>
          <p:nvPr/>
        </p:nvSpPr>
        <p:spPr>
          <a:xfrm>
            <a:off x="3774845" y="3160070"/>
            <a:ext cx="9873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758,8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6"/>
          <p:cNvSpPr/>
          <p:nvPr/>
        </p:nvSpPr>
        <p:spPr>
          <a:xfrm>
            <a:off x="5397014" y="5596043"/>
            <a:ext cx="4119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2019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6"/>
          <p:cNvSpPr/>
          <p:nvPr/>
        </p:nvSpPr>
        <p:spPr>
          <a:xfrm>
            <a:off x="6140632" y="5596043"/>
            <a:ext cx="4437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6"/>
          <p:cNvSpPr/>
          <p:nvPr/>
        </p:nvSpPr>
        <p:spPr>
          <a:xfrm>
            <a:off x="6911800" y="5596043"/>
            <a:ext cx="3960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6"/>
          <p:cNvSpPr/>
          <p:nvPr/>
        </p:nvSpPr>
        <p:spPr>
          <a:xfrm>
            <a:off x="5456960" y="3316616"/>
            <a:ext cx="1208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578,0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6"/>
          <p:cNvSpPr/>
          <p:nvPr/>
        </p:nvSpPr>
        <p:spPr>
          <a:xfrm>
            <a:off x="6195775" y="4132637"/>
            <a:ext cx="1249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270,4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6"/>
          <p:cNvSpPr/>
          <p:nvPr/>
        </p:nvSpPr>
        <p:spPr>
          <a:xfrm>
            <a:off x="6939675" y="3922755"/>
            <a:ext cx="1147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325,1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6"/>
          <p:cNvSpPr/>
          <p:nvPr/>
        </p:nvSpPr>
        <p:spPr>
          <a:xfrm>
            <a:off x="8591836" y="5596043"/>
            <a:ext cx="4119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2019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6"/>
          <p:cNvSpPr/>
          <p:nvPr/>
        </p:nvSpPr>
        <p:spPr>
          <a:xfrm>
            <a:off x="9335448" y="5596043"/>
            <a:ext cx="4437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6"/>
          <p:cNvSpPr/>
          <p:nvPr/>
        </p:nvSpPr>
        <p:spPr>
          <a:xfrm>
            <a:off x="10106617" y="5596043"/>
            <a:ext cx="3960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6"/>
          <p:cNvSpPr/>
          <p:nvPr/>
        </p:nvSpPr>
        <p:spPr>
          <a:xfrm>
            <a:off x="8482269" y="2005652"/>
            <a:ext cx="2506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Диаграмма 3 (  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6"/>
          <p:cNvSpPr/>
          <p:nvPr/>
        </p:nvSpPr>
        <p:spPr>
          <a:xfrm>
            <a:off x="8680612" y="3375598"/>
            <a:ext cx="1044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86,3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6"/>
          <p:cNvSpPr/>
          <p:nvPr/>
        </p:nvSpPr>
        <p:spPr>
          <a:xfrm>
            <a:off x="9421492" y="3894602"/>
            <a:ext cx="4215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59,5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6"/>
          <p:cNvSpPr/>
          <p:nvPr/>
        </p:nvSpPr>
        <p:spPr>
          <a:xfrm>
            <a:off x="10172735" y="3814852"/>
            <a:ext cx="1064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62,3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6"/>
          <p:cNvSpPr/>
          <p:nvPr/>
        </p:nvSpPr>
        <p:spPr>
          <a:xfrm>
            <a:off x="5369940" y="2006573"/>
            <a:ext cx="2506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Диаграмма 2 (  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6"/>
          <p:cNvSpPr/>
          <p:nvPr/>
        </p:nvSpPr>
        <p:spPr>
          <a:xfrm>
            <a:off x="2092752" y="1999837"/>
            <a:ext cx="2506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Диаграмма 1 (  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6"/>
          <p:cNvSpPr/>
          <p:nvPr/>
        </p:nvSpPr>
        <p:spPr>
          <a:xfrm>
            <a:off x="2195253" y="6558083"/>
            <a:ext cx="226500" cy="226500"/>
          </a:xfrm>
          <a:prstGeom prst="rect">
            <a:avLst/>
          </a:prstGeom>
          <a:solidFill>
            <a:srgbClr val="C385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6"/>
          <p:cNvSpPr/>
          <p:nvPr/>
        </p:nvSpPr>
        <p:spPr>
          <a:xfrm>
            <a:off x="2681092" y="6558083"/>
            <a:ext cx="226500" cy="226500"/>
          </a:xfrm>
          <a:prstGeom prst="rect">
            <a:avLst/>
          </a:prstGeom>
          <a:solidFill>
            <a:srgbClr val="F8DA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6"/>
          <p:cNvSpPr/>
          <p:nvPr/>
        </p:nvSpPr>
        <p:spPr>
          <a:xfrm>
            <a:off x="3166931" y="6558083"/>
            <a:ext cx="226500" cy="226500"/>
          </a:xfrm>
          <a:prstGeom prst="rect">
            <a:avLst/>
          </a:prstGeom>
          <a:solidFill>
            <a:srgbClr val="9397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6"/>
          <p:cNvSpPr/>
          <p:nvPr/>
        </p:nvSpPr>
        <p:spPr>
          <a:xfrm>
            <a:off x="3652770" y="6558083"/>
            <a:ext cx="226500" cy="226500"/>
          </a:xfrm>
          <a:prstGeom prst="rect">
            <a:avLst/>
          </a:prstGeom>
          <a:solidFill>
            <a:srgbClr val="F37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6"/>
          <p:cNvSpPr/>
          <p:nvPr/>
        </p:nvSpPr>
        <p:spPr>
          <a:xfrm>
            <a:off x="4138609" y="6558083"/>
            <a:ext cx="226500" cy="226500"/>
          </a:xfrm>
          <a:prstGeom prst="rect">
            <a:avLst/>
          </a:prstGeom>
          <a:solidFill>
            <a:srgbClr val="FFA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6"/>
          <p:cNvSpPr/>
          <p:nvPr/>
        </p:nvSpPr>
        <p:spPr>
          <a:xfrm>
            <a:off x="4624448" y="6558083"/>
            <a:ext cx="226500" cy="226500"/>
          </a:xfrm>
          <a:prstGeom prst="rect">
            <a:avLst/>
          </a:prstGeom>
          <a:solidFill>
            <a:srgbClr val="9BD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6"/>
          <p:cNvSpPr/>
          <p:nvPr/>
        </p:nvSpPr>
        <p:spPr>
          <a:xfrm>
            <a:off x="5110287" y="6558083"/>
            <a:ext cx="226500" cy="226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6"/>
          <p:cNvSpPr/>
          <p:nvPr/>
        </p:nvSpPr>
        <p:spPr>
          <a:xfrm>
            <a:off x="5596126" y="6558083"/>
            <a:ext cx="226500" cy="2265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6"/>
          <p:cNvSpPr/>
          <p:nvPr/>
        </p:nvSpPr>
        <p:spPr>
          <a:xfrm>
            <a:off x="2187633" y="6129602"/>
            <a:ext cx="2506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Условные обозначения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1" name="Google Shape;601;p37"/>
          <p:cNvCxnSpPr/>
          <p:nvPr/>
        </p:nvCxnSpPr>
        <p:spPr>
          <a:xfrm rot="10800000">
            <a:off x="9507329" y="1110491"/>
            <a:ext cx="3932446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2" name="Google Shape;602;p37"/>
          <p:cNvSpPr txBox="1"/>
          <p:nvPr>
            <p:ph type="title"/>
          </p:nvPr>
        </p:nvSpPr>
        <p:spPr>
          <a:xfrm>
            <a:off x="693266" y="304906"/>
            <a:ext cx="8889429" cy="1289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443"/>
              <a:buFont typeface="Arial"/>
              <a:buNone/>
            </a:pPr>
            <a:r>
              <a:rPr lang="ru-RU"/>
              <a:t>Слайд </a:t>
            </a:r>
            <a:r>
              <a:rPr lang="ru-RU">
                <a:solidFill>
                  <a:srgbClr val="FF0040"/>
                </a:solidFill>
              </a:rPr>
              <a:t>с «майндмэпом»</a:t>
            </a:r>
            <a:endParaRPr>
              <a:solidFill>
                <a:srgbClr val="FF0040"/>
              </a:solidFill>
            </a:endParaRPr>
          </a:p>
        </p:txBody>
      </p:sp>
      <p:sp>
        <p:nvSpPr>
          <p:cNvPr id="603" name="Google Shape;603;p37"/>
          <p:cNvSpPr txBox="1"/>
          <p:nvPr>
            <p:ph idx="12" type="sldNum"/>
          </p:nvPr>
        </p:nvSpPr>
        <p:spPr>
          <a:xfrm>
            <a:off x="12611383" y="7219479"/>
            <a:ext cx="313974" cy="12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7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p37"/>
          <p:cNvCxnSpPr/>
          <p:nvPr/>
        </p:nvCxnSpPr>
        <p:spPr>
          <a:xfrm rot="10800000">
            <a:off x="-2427006" y="3729636"/>
            <a:ext cx="216332" cy="236544"/>
          </a:xfrm>
          <a:prstGeom prst="straightConnector1">
            <a:avLst/>
          </a:prstGeom>
          <a:noFill/>
          <a:ln cap="flat" cmpd="sng" w="9525">
            <a:solidFill>
              <a:srgbClr val="FF004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5" name="Google Shape;605;p37"/>
          <p:cNvSpPr/>
          <p:nvPr/>
        </p:nvSpPr>
        <p:spPr>
          <a:xfrm>
            <a:off x="1814258" y="1884635"/>
            <a:ext cx="2686984" cy="92854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7"/>
          <p:cNvSpPr/>
          <p:nvPr/>
        </p:nvSpPr>
        <p:spPr>
          <a:xfrm>
            <a:off x="1820723" y="3070878"/>
            <a:ext cx="2686984" cy="100276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7"/>
          <p:cNvSpPr/>
          <p:nvPr/>
        </p:nvSpPr>
        <p:spPr>
          <a:xfrm>
            <a:off x="1820723" y="4325716"/>
            <a:ext cx="2686984" cy="990957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7"/>
          <p:cNvSpPr/>
          <p:nvPr/>
        </p:nvSpPr>
        <p:spPr>
          <a:xfrm>
            <a:off x="8915192" y="1822221"/>
            <a:ext cx="2686984" cy="990957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7"/>
          <p:cNvSpPr/>
          <p:nvPr/>
        </p:nvSpPr>
        <p:spPr>
          <a:xfrm>
            <a:off x="1814258" y="5578625"/>
            <a:ext cx="2686984" cy="988634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7"/>
          <p:cNvSpPr/>
          <p:nvPr/>
        </p:nvSpPr>
        <p:spPr>
          <a:xfrm>
            <a:off x="8902609" y="3075129"/>
            <a:ext cx="2686984" cy="988634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7"/>
          <p:cNvSpPr/>
          <p:nvPr/>
        </p:nvSpPr>
        <p:spPr>
          <a:xfrm>
            <a:off x="8915192" y="4325716"/>
            <a:ext cx="2686984" cy="990957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7"/>
          <p:cNvSpPr/>
          <p:nvPr/>
        </p:nvSpPr>
        <p:spPr>
          <a:xfrm>
            <a:off x="8915192" y="5578625"/>
            <a:ext cx="2686984" cy="988634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3" name="Google Shape;613;p37"/>
          <p:cNvCxnSpPr/>
          <p:nvPr/>
        </p:nvCxnSpPr>
        <p:spPr>
          <a:xfrm>
            <a:off x="4507707" y="2324541"/>
            <a:ext cx="549274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4" name="Google Shape;614;p37"/>
          <p:cNvCxnSpPr/>
          <p:nvPr/>
        </p:nvCxnSpPr>
        <p:spPr>
          <a:xfrm>
            <a:off x="4507707" y="3557566"/>
            <a:ext cx="549274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5" name="Google Shape;615;p37"/>
          <p:cNvCxnSpPr/>
          <p:nvPr/>
        </p:nvCxnSpPr>
        <p:spPr>
          <a:xfrm>
            <a:off x="4507707" y="4821193"/>
            <a:ext cx="549274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6" name="Google Shape;616;p37"/>
          <p:cNvCxnSpPr/>
          <p:nvPr/>
        </p:nvCxnSpPr>
        <p:spPr>
          <a:xfrm>
            <a:off x="4507707" y="6040329"/>
            <a:ext cx="549274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7" name="Google Shape;617;p37"/>
          <p:cNvCxnSpPr/>
          <p:nvPr/>
        </p:nvCxnSpPr>
        <p:spPr>
          <a:xfrm>
            <a:off x="8353335" y="2324541"/>
            <a:ext cx="549274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8" name="Google Shape;618;p37"/>
          <p:cNvCxnSpPr/>
          <p:nvPr/>
        </p:nvCxnSpPr>
        <p:spPr>
          <a:xfrm>
            <a:off x="8362213" y="3554564"/>
            <a:ext cx="549274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9" name="Google Shape;619;p37"/>
          <p:cNvCxnSpPr/>
          <p:nvPr/>
        </p:nvCxnSpPr>
        <p:spPr>
          <a:xfrm>
            <a:off x="8362213" y="4821193"/>
            <a:ext cx="549274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0" name="Google Shape;620;p37"/>
          <p:cNvCxnSpPr/>
          <p:nvPr/>
        </p:nvCxnSpPr>
        <p:spPr>
          <a:xfrm>
            <a:off x="8365918" y="6072942"/>
            <a:ext cx="549274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1" name="Google Shape;621;p37"/>
          <p:cNvCxnSpPr/>
          <p:nvPr/>
        </p:nvCxnSpPr>
        <p:spPr>
          <a:xfrm>
            <a:off x="5056981" y="2324542"/>
            <a:ext cx="1663700" cy="1968059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2" name="Google Shape;622;p37"/>
          <p:cNvCxnSpPr/>
          <p:nvPr/>
        </p:nvCxnSpPr>
        <p:spPr>
          <a:xfrm>
            <a:off x="5056981" y="3554564"/>
            <a:ext cx="1663700" cy="69126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3" name="Google Shape;623;p37"/>
          <p:cNvCxnSpPr/>
          <p:nvPr/>
        </p:nvCxnSpPr>
        <p:spPr>
          <a:xfrm flipH="1" rot="10800000">
            <a:off x="5055394" y="4234729"/>
            <a:ext cx="1663700" cy="585523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4" name="Google Shape;624;p37"/>
          <p:cNvCxnSpPr/>
          <p:nvPr/>
        </p:nvCxnSpPr>
        <p:spPr>
          <a:xfrm flipH="1" rot="10800000">
            <a:off x="5056981" y="4292601"/>
            <a:ext cx="1663700" cy="1747729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5" name="Google Shape;625;p37"/>
          <p:cNvCxnSpPr/>
          <p:nvPr/>
        </p:nvCxnSpPr>
        <p:spPr>
          <a:xfrm flipH="1">
            <a:off x="6720681" y="2324542"/>
            <a:ext cx="1632654" cy="1968059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6" name="Google Shape;626;p37"/>
          <p:cNvCxnSpPr/>
          <p:nvPr/>
        </p:nvCxnSpPr>
        <p:spPr>
          <a:xfrm flipH="1">
            <a:off x="6733264" y="3554564"/>
            <a:ext cx="1632654" cy="69126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7" name="Google Shape;627;p37"/>
          <p:cNvCxnSpPr/>
          <p:nvPr/>
        </p:nvCxnSpPr>
        <p:spPr>
          <a:xfrm rot="10800000">
            <a:off x="6750259" y="4235671"/>
            <a:ext cx="1632654" cy="585523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8" name="Google Shape;628;p37"/>
          <p:cNvCxnSpPr/>
          <p:nvPr/>
        </p:nvCxnSpPr>
        <p:spPr>
          <a:xfrm rot="10800000">
            <a:off x="6738437" y="4210628"/>
            <a:ext cx="1632654" cy="186231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9" name="Google Shape;629;p37"/>
          <p:cNvSpPr/>
          <p:nvPr/>
        </p:nvSpPr>
        <p:spPr>
          <a:xfrm>
            <a:off x="5626657" y="3879542"/>
            <a:ext cx="2157002" cy="882836"/>
          </a:xfrm>
          <a:prstGeom prst="roundRect">
            <a:avLst>
              <a:gd fmla="val 1394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0" name="Google Shape;63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6235" y="4101065"/>
            <a:ext cx="2154055" cy="383072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37"/>
          <p:cNvSpPr/>
          <p:nvPr/>
        </p:nvSpPr>
        <p:spPr>
          <a:xfrm>
            <a:off x="2694319" y="2201326"/>
            <a:ext cx="25020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7"/>
          <p:cNvSpPr/>
          <p:nvPr/>
        </p:nvSpPr>
        <p:spPr>
          <a:xfrm>
            <a:off x="2705513" y="3411235"/>
            <a:ext cx="25020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7"/>
          <p:cNvSpPr/>
          <p:nvPr/>
        </p:nvSpPr>
        <p:spPr>
          <a:xfrm>
            <a:off x="2714215" y="4723300"/>
            <a:ext cx="25020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7"/>
          <p:cNvSpPr/>
          <p:nvPr/>
        </p:nvSpPr>
        <p:spPr>
          <a:xfrm>
            <a:off x="2725409" y="5933209"/>
            <a:ext cx="25020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7"/>
          <p:cNvSpPr/>
          <p:nvPr/>
        </p:nvSpPr>
        <p:spPr>
          <a:xfrm>
            <a:off x="9846082" y="2201326"/>
            <a:ext cx="25020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7"/>
          <p:cNvSpPr/>
          <p:nvPr/>
        </p:nvSpPr>
        <p:spPr>
          <a:xfrm>
            <a:off x="9857276" y="3411235"/>
            <a:ext cx="25020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7"/>
          <p:cNvSpPr/>
          <p:nvPr/>
        </p:nvSpPr>
        <p:spPr>
          <a:xfrm>
            <a:off x="9865978" y="4723300"/>
            <a:ext cx="25020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7"/>
          <p:cNvSpPr/>
          <p:nvPr/>
        </p:nvSpPr>
        <p:spPr>
          <a:xfrm>
            <a:off x="9877172" y="5933209"/>
            <a:ext cx="25020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4" name="Google Shape;644;p38"/>
          <p:cNvCxnSpPr/>
          <p:nvPr/>
        </p:nvCxnSpPr>
        <p:spPr>
          <a:xfrm>
            <a:off x="744193" y="6170068"/>
            <a:ext cx="12695582" cy="0"/>
          </a:xfrm>
          <a:prstGeom prst="straightConnector1">
            <a:avLst/>
          </a:prstGeom>
          <a:noFill/>
          <a:ln cap="flat" cmpd="sng" w="28575">
            <a:solidFill>
              <a:srgbClr val="FF004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5" name="Google Shape;645;p38"/>
          <p:cNvSpPr/>
          <p:nvPr/>
        </p:nvSpPr>
        <p:spPr>
          <a:xfrm>
            <a:off x="675252" y="4139948"/>
            <a:ext cx="7759564" cy="183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000">
                <a:solidFill>
                  <a:srgbClr val="FF0040"/>
                </a:solidFill>
                <a:latin typeface="Arial"/>
                <a:ea typeface="Arial"/>
                <a:cs typeface="Arial"/>
                <a:sym typeface="Arial"/>
              </a:rPr>
              <a:t>Вопросы</a:t>
            </a:r>
            <a:endParaRPr sz="7000">
              <a:solidFill>
                <a:srgbClr val="FF0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6" name="Google Shape;64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94" y="6502398"/>
            <a:ext cx="363457" cy="363513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38"/>
          <p:cNvSpPr/>
          <p:nvPr/>
        </p:nvSpPr>
        <p:spPr>
          <a:xfrm>
            <a:off x="8434815" y="-1049654"/>
            <a:ext cx="5004960" cy="9803130"/>
          </a:xfrm>
          <a:custGeom>
            <a:rect b="b" l="l" r="r" t="t"/>
            <a:pathLst>
              <a:path extrusionOk="0" h="3034" w="1549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8" name="Google Shape;64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399" y="477896"/>
            <a:ext cx="2870348" cy="298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